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Calibri (MS) Bold" charset="1" panose="020F0702030404030204"/>
      <p:regular r:id="rId19"/>
    </p:embeddedFont>
    <p:embeddedFont>
      <p:font typeface="Times New Roman" charset="1" panose="02020603050405020304"/>
      <p:regular r:id="rId20"/>
    </p:embeddedFont>
    <p:embeddedFont>
      <p:font typeface="Fredoka" charset="1" panose="02000000000000000000"/>
      <p:regular r:id="rId21"/>
    </p:embeddedFont>
    <p:embeddedFont>
      <p:font typeface="Norwester" charset="1" panose="00000506000000000000"/>
      <p:regular r:id="rId22"/>
    </p:embeddedFont>
    <p:embeddedFont>
      <p:font typeface="Arimo" charset="1" panose="020B0604020202020204"/>
      <p:regular r:id="rId24"/>
    </p:embeddedFont>
    <p:embeddedFont>
      <p:font typeface="Biski Bold" charset="1" panose="00000000000000000000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5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https://github.com/arpith20/Disaster-Management-Using-Crowdsourcing" TargetMode="External" Type="http://schemas.openxmlformats.org/officeDocument/2006/relationships/hyperlink"/><Relationship Id="rId14" Target="../media/image26.png" Type="http://schemas.openxmlformats.org/officeDocument/2006/relationships/image"/><Relationship Id="rId15" Target="https://www.sciencedirect.com/science/article/pii/S2590061719300523" TargetMode="External" Type="http://schemas.openxmlformats.org/officeDocument/2006/relationships/hyperlink"/><Relationship Id="rId16" Target="https://www.sciencedirect.com/science/article/abs/pii/S0268401219311296" TargetMode="External" Type="http://schemas.openxmlformats.org/officeDocument/2006/relationships/hyperlink"/><Relationship Id="rId17" Target="https://arxiv.org/abs/2602.13229" TargetMode="External" Type="http://schemas.openxmlformats.org/officeDocument/2006/relationships/hyperlink"/><Relationship Id="rId18" Target="https://github.com/arpith20/Disaster-Management-Using-Crowdsourcing" TargetMode="External" Type="http://schemas.openxmlformats.org/officeDocument/2006/relationships/hyperlink"/><Relationship Id="rId19" Target="https://github.com/RescueRing" TargetMode="External" Type="http://schemas.openxmlformats.org/officeDocument/2006/relationships/hyperlink"/><Relationship Id="rId2" Target="../notesSlides/notesSlide3.xml" Type="http://schemas.openxmlformats.org/officeDocument/2006/relationships/notesSlide"/><Relationship Id="rId20" Target="https://www.mdpi.com/1424-8220/23/3/1699" TargetMode="External" Type="http://schemas.openxmlformats.org/officeDocument/2006/relationships/hyperlink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https://github.com/arpith20/Disaster-Management-Using-Crowdsourcing" TargetMode="External" Type="http://schemas.openxmlformats.org/officeDocument/2006/relationships/hyperlink"/><Relationship Id="rId9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5661" y="1326705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52249" y="2623253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3098367"/>
            <a:ext cx="8746509" cy="69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1"/>
              </a:lnSpc>
            </a:pP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Disaster Management</a:t>
            </a: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4696" indent="-327348" lvl="1">
              <a:lnSpc>
                <a:spcPts val="8682"/>
              </a:lnSpc>
              <a:buFont typeface="Arial"/>
              <a:buChar char="•"/>
            </a:pPr>
            <a:r>
              <a:rPr lang="en-US" b="true" sz="361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GeoGuardians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12597" y="4933732"/>
            <a:ext cx="4471808" cy="108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Blackout Emergency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Coordinator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0722"/>
            <a:ext cx="18288000" cy="10076278"/>
          </a:xfrm>
          <a:custGeom>
            <a:avLst/>
            <a:gdLst/>
            <a:ahLst/>
            <a:cxnLst/>
            <a:rect r="r" b="b" t="t" l="l"/>
            <a:pathLst>
              <a:path h="10076278" w="18288000">
                <a:moveTo>
                  <a:pt x="0" y="0"/>
                </a:moveTo>
                <a:lnTo>
                  <a:pt x="18288000" y="0"/>
                </a:lnTo>
                <a:lnTo>
                  <a:pt x="18288000" y="10076278"/>
                </a:lnTo>
                <a:lnTo>
                  <a:pt x="0" y="10076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3" r="0" b="-297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497929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428" r="0" b="-5214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42989" y="6391798"/>
            <a:ext cx="12781412" cy="3241249"/>
          </a:xfrm>
          <a:custGeom>
            <a:avLst/>
            <a:gdLst/>
            <a:ahLst/>
            <a:cxnLst/>
            <a:rect r="r" b="b" t="t" l="l"/>
            <a:pathLst>
              <a:path h="3241249" w="12781412">
                <a:moveTo>
                  <a:pt x="0" y="0"/>
                </a:moveTo>
                <a:lnTo>
                  <a:pt x="12781412" y="0"/>
                </a:lnTo>
                <a:lnTo>
                  <a:pt x="12781412" y="3241249"/>
                </a:lnTo>
                <a:lnTo>
                  <a:pt x="0" y="3241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564" r="0" b="-4560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0756" y="1423549"/>
            <a:ext cx="5884602" cy="4825374"/>
          </a:xfrm>
          <a:custGeom>
            <a:avLst/>
            <a:gdLst/>
            <a:ahLst/>
            <a:cxnLst/>
            <a:rect r="r" b="b" t="t" l="l"/>
            <a:pathLst>
              <a:path h="4825374" w="5884602">
                <a:moveTo>
                  <a:pt x="0" y="0"/>
                </a:moveTo>
                <a:lnTo>
                  <a:pt x="5884603" y="0"/>
                </a:lnTo>
                <a:lnTo>
                  <a:pt x="5884603" y="4825374"/>
                </a:lnTo>
                <a:lnTo>
                  <a:pt x="0" y="4825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15529" y="1423549"/>
            <a:ext cx="5884602" cy="4825374"/>
          </a:xfrm>
          <a:custGeom>
            <a:avLst/>
            <a:gdLst/>
            <a:ahLst/>
            <a:cxnLst/>
            <a:rect r="r" b="b" t="t" l="l"/>
            <a:pathLst>
              <a:path h="4825374" w="5884602">
                <a:moveTo>
                  <a:pt x="0" y="0"/>
                </a:moveTo>
                <a:lnTo>
                  <a:pt x="5884602" y="0"/>
                </a:lnTo>
                <a:lnTo>
                  <a:pt x="5884602" y="4825374"/>
                </a:lnTo>
                <a:lnTo>
                  <a:pt x="0" y="4825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160301" y="1423549"/>
            <a:ext cx="5884602" cy="4825374"/>
          </a:xfrm>
          <a:custGeom>
            <a:avLst/>
            <a:gdLst/>
            <a:ahLst/>
            <a:cxnLst/>
            <a:rect r="r" b="b" t="t" l="l"/>
            <a:pathLst>
              <a:path h="4825374" w="5884602">
                <a:moveTo>
                  <a:pt x="0" y="0"/>
                </a:moveTo>
                <a:lnTo>
                  <a:pt x="5884602" y="0"/>
                </a:lnTo>
                <a:lnTo>
                  <a:pt x="5884602" y="4825374"/>
                </a:lnTo>
                <a:lnTo>
                  <a:pt x="0" y="4825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89204">
            <a:off x="16522020" y="4496643"/>
            <a:ext cx="1474560" cy="1755429"/>
          </a:xfrm>
          <a:custGeom>
            <a:avLst/>
            <a:gdLst/>
            <a:ahLst/>
            <a:cxnLst/>
            <a:rect r="r" b="b" t="t" l="l"/>
            <a:pathLst>
              <a:path h="1755429" w="1474560">
                <a:moveTo>
                  <a:pt x="0" y="0"/>
                </a:moveTo>
                <a:lnTo>
                  <a:pt x="1474560" y="0"/>
                </a:lnTo>
                <a:lnTo>
                  <a:pt x="1474560" y="1755429"/>
                </a:lnTo>
                <a:lnTo>
                  <a:pt x="0" y="1755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0756" y="2248"/>
            <a:ext cx="1915887" cy="1249101"/>
            <a:chOff x="0" y="0"/>
            <a:chExt cx="2554516" cy="1665468"/>
          </a:xfrm>
        </p:grpSpPr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GeoGuardians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9947" y="2197833"/>
            <a:ext cx="4973391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Languages: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/ TypeScript • Python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Frontend: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/ React Native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Backend: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 / PHP • REST API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&amp; Connectivity: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•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GPS/Maps • WebSockets • Live APIs</a:t>
            </a:r>
          </a:p>
          <a:p>
            <a:pPr algn="l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AI: </a:t>
            </a:r>
            <a:r>
              <a:rPr lang="en-US" sz="26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+ RAG • Recommendation Engine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7196" y="2284903"/>
            <a:ext cx="461911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Languages: </a:t>
            </a: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/ TypeScript</a:t>
            </a:r>
          </a:p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Mobile:</a:t>
            </a: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React Native</a:t>
            </a:r>
          </a:p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Backend:</a:t>
            </a: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Node.js / PHP • REST API</a:t>
            </a:r>
          </a:p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Data: </a:t>
            </a: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Local/Emergency Database</a:t>
            </a:r>
          </a:p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AI: </a:t>
            </a: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Quantized LLM • Local RAG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16142" y="2161473"/>
            <a:ext cx="5372919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Languages: </a:t>
            </a: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/ C++ • HTML / CSS / JavaScript</a:t>
            </a:r>
          </a:p>
          <a:p>
            <a:pPr algn="l">
              <a:lnSpc>
                <a:spcPts val="3515"/>
              </a:lnSpc>
              <a:spcBef>
                <a:spcPct val="0"/>
              </a:spcBef>
            </a:pP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9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Arduino Core / ESP-IDF</a:t>
            </a:r>
          </a:p>
          <a:p>
            <a:pPr algn="l">
              <a:lnSpc>
                <a:spcPts val="3515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Local Server: </a:t>
            </a: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ESPAsyncWebServer</a:t>
            </a:r>
          </a:p>
          <a:p>
            <a:pPr algn="l">
              <a:lnSpc>
                <a:spcPts val="3515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Storage: </a:t>
            </a: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LittleFS</a:t>
            </a:r>
          </a:p>
          <a:p>
            <a:pPr algn="l">
              <a:lnSpc>
                <a:spcPts val="3515"/>
              </a:lnSpc>
              <a:spcBef>
                <a:spcPct val="0"/>
              </a:spcBef>
            </a:pPr>
            <a:r>
              <a:rPr lang="en-US" b="true" sz="292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Communication: </a:t>
            </a:r>
            <a:r>
              <a:rPr lang="en-US" sz="29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RadioHead / LoRaWAN Mesh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294" y="1589546"/>
            <a:ext cx="4495120" cy="48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3"/>
              </a:lnSpc>
              <a:spcBef>
                <a:spcPct val="0"/>
              </a:spcBef>
            </a:pPr>
            <a:r>
              <a:rPr lang="en-US" sz="321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LEVEL 1 🌐 ONLINE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35637" y="1585814"/>
            <a:ext cx="5333636" cy="49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2"/>
              </a:lnSpc>
              <a:spcBef>
                <a:spcPct val="0"/>
              </a:spcBef>
            </a:pPr>
            <a:r>
              <a:rPr lang="en-US" sz="316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LEVEL 2 📶 SEMI-ONLINE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76876" y="1585814"/>
            <a:ext cx="483818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sz="3172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LEVEL 3 📡 OFFLINE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324850" y="7751445"/>
            <a:ext cx="254317" cy="252412"/>
            <a:chOff x="0" y="0"/>
            <a:chExt cx="339090" cy="336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7788" y="50442"/>
              <a:ext cx="241076" cy="235034"/>
            </a:xfrm>
            <a:custGeom>
              <a:avLst/>
              <a:gdLst/>
              <a:ahLst/>
              <a:cxnLst/>
              <a:rect r="r" b="b" t="t" l="l"/>
              <a:pathLst>
                <a:path h="235034" w="241076">
                  <a:moveTo>
                    <a:pt x="51272" y="104498"/>
                  </a:moveTo>
                  <a:cubicBezTo>
                    <a:pt x="57622" y="43538"/>
                    <a:pt x="63972" y="29568"/>
                    <a:pt x="75402" y="20678"/>
                  </a:cubicBezTo>
                  <a:cubicBezTo>
                    <a:pt x="89372" y="9248"/>
                    <a:pt x="117312" y="-2182"/>
                    <a:pt x="140172" y="358"/>
                  </a:cubicBezTo>
                  <a:cubicBezTo>
                    <a:pt x="163032" y="1628"/>
                    <a:pt x="197322" y="24488"/>
                    <a:pt x="212562" y="39728"/>
                  </a:cubicBezTo>
                  <a:cubicBezTo>
                    <a:pt x="222722" y="49888"/>
                    <a:pt x="225262" y="60048"/>
                    <a:pt x="230342" y="74018"/>
                  </a:cubicBezTo>
                  <a:cubicBezTo>
                    <a:pt x="236692" y="95608"/>
                    <a:pt x="243042" y="138788"/>
                    <a:pt x="240502" y="159108"/>
                  </a:cubicBezTo>
                  <a:cubicBezTo>
                    <a:pt x="237962" y="170538"/>
                    <a:pt x="235422" y="180698"/>
                    <a:pt x="227802" y="187048"/>
                  </a:cubicBezTo>
                  <a:cubicBezTo>
                    <a:pt x="221452" y="192128"/>
                    <a:pt x="207482" y="195938"/>
                    <a:pt x="198592" y="192128"/>
                  </a:cubicBezTo>
                  <a:cubicBezTo>
                    <a:pt x="184622" y="187048"/>
                    <a:pt x="180812" y="150218"/>
                    <a:pt x="161762" y="134978"/>
                  </a:cubicBezTo>
                  <a:cubicBezTo>
                    <a:pt x="137632" y="114658"/>
                    <a:pt x="69052" y="81638"/>
                    <a:pt x="56352" y="93068"/>
                  </a:cubicBezTo>
                  <a:cubicBezTo>
                    <a:pt x="43652" y="104498"/>
                    <a:pt x="90642" y="180698"/>
                    <a:pt x="88102" y="204828"/>
                  </a:cubicBezTo>
                  <a:cubicBezTo>
                    <a:pt x="86832" y="216258"/>
                    <a:pt x="80482" y="225148"/>
                    <a:pt x="74132" y="230228"/>
                  </a:cubicBezTo>
                  <a:cubicBezTo>
                    <a:pt x="66512" y="235308"/>
                    <a:pt x="52542" y="236578"/>
                    <a:pt x="43652" y="232768"/>
                  </a:cubicBezTo>
                  <a:cubicBezTo>
                    <a:pt x="36032" y="228958"/>
                    <a:pt x="27142" y="218798"/>
                    <a:pt x="24602" y="209908"/>
                  </a:cubicBezTo>
                  <a:cubicBezTo>
                    <a:pt x="23332" y="201018"/>
                    <a:pt x="27142" y="185778"/>
                    <a:pt x="34762" y="179428"/>
                  </a:cubicBezTo>
                  <a:cubicBezTo>
                    <a:pt x="42382" y="173078"/>
                    <a:pt x="63972" y="171808"/>
                    <a:pt x="72862" y="175618"/>
                  </a:cubicBezTo>
                  <a:cubicBezTo>
                    <a:pt x="80482" y="179428"/>
                    <a:pt x="88102" y="193398"/>
                    <a:pt x="88102" y="201018"/>
                  </a:cubicBezTo>
                  <a:cubicBezTo>
                    <a:pt x="88102" y="209908"/>
                    <a:pt x="83022" y="223878"/>
                    <a:pt x="75402" y="228958"/>
                  </a:cubicBezTo>
                  <a:cubicBezTo>
                    <a:pt x="69052" y="234038"/>
                    <a:pt x="53812" y="236578"/>
                    <a:pt x="46192" y="234038"/>
                  </a:cubicBezTo>
                  <a:cubicBezTo>
                    <a:pt x="37302" y="230228"/>
                    <a:pt x="27142" y="220068"/>
                    <a:pt x="25872" y="211178"/>
                  </a:cubicBezTo>
                  <a:cubicBezTo>
                    <a:pt x="23332" y="203558"/>
                    <a:pt x="25872" y="188318"/>
                    <a:pt x="32222" y="181968"/>
                  </a:cubicBezTo>
                  <a:cubicBezTo>
                    <a:pt x="38572" y="175618"/>
                    <a:pt x="60162" y="170538"/>
                    <a:pt x="70322" y="174348"/>
                  </a:cubicBezTo>
                  <a:cubicBezTo>
                    <a:pt x="77942" y="176888"/>
                    <a:pt x="86832" y="189588"/>
                    <a:pt x="88102" y="198478"/>
                  </a:cubicBezTo>
                  <a:cubicBezTo>
                    <a:pt x="88102" y="208638"/>
                    <a:pt x="76672" y="230228"/>
                    <a:pt x="66512" y="234038"/>
                  </a:cubicBezTo>
                  <a:cubicBezTo>
                    <a:pt x="57622" y="236578"/>
                    <a:pt x="41112" y="231498"/>
                    <a:pt x="32222" y="223878"/>
                  </a:cubicBezTo>
                  <a:cubicBezTo>
                    <a:pt x="19522" y="214988"/>
                    <a:pt x="8092" y="197208"/>
                    <a:pt x="3012" y="179428"/>
                  </a:cubicBezTo>
                  <a:cubicBezTo>
                    <a:pt x="-3338" y="156568"/>
                    <a:pt x="1742" y="121008"/>
                    <a:pt x="5552" y="98148"/>
                  </a:cubicBezTo>
                  <a:cubicBezTo>
                    <a:pt x="9362" y="80368"/>
                    <a:pt x="11902" y="62588"/>
                    <a:pt x="20792" y="52428"/>
                  </a:cubicBezTo>
                  <a:cubicBezTo>
                    <a:pt x="29682" y="43538"/>
                    <a:pt x="39842" y="38458"/>
                    <a:pt x="55082" y="37188"/>
                  </a:cubicBezTo>
                  <a:cubicBezTo>
                    <a:pt x="84292" y="35918"/>
                    <a:pt x="154142" y="57508"/>
                    <a:pt x="185892" y="81638"/>
                  </a:cubicBezTo>
                  <a:cubicBezTo>
                    <a:pt x="212562" y="100688"/>
                    <a:pt x="239232" y="138788"/>
                    <a:pt x="240502" y="159108"/>
                  </a:cubicBezTo>
                  <a:cubicBezTo>
                    <a:pt x="240502" y="171808"/>
                    <a:pt x="230342" y="187048"/>
                    <a:pt x="221452" y="190858"/>
                  </a:cubicBezTo>
                  <a:cubicBezTo>
                    <a:pt x="212562" y="194668"/>
                    <a:pt x="193512" y="193398"/>
                    <a:pt x="184622" y="184508"/>
                  </a:cubicBezTo>
                  <a:cubicBezTo>
                    <a:pt x="171922" y="171808"/>
                    <a:pt x="178272" y="119738"/>
                    <a:pt x="170652" y="99418"/>
                  </a:cubicBezTo>
                  <a:cubicBezTo>
                    <a:pt x="165572" y="86718"/>
                    <a:pt x="161762" y="77828"/>
                    <a:pt x="152872" y="71478"/>
                  </a:cubicBezTo>
                  <a:cubicBezTo>
                    <a:pt x="142712" y="65128"/>
                    <a:pt x="119852" y="60048"/>
                    <a:pt x="112232" y="65128"/>
                  </a:cubicBezTo>
                  <a:cubicBezTo>
                    <a:pt x="105882" y="71478"/>
                    <a:pt x="118582" y="100688"/>
                    <a:pt x="113502" y="112118"/>
                  </a:cubicBezTo>
                  <a:cubicBezTo>
                    <a:pt x="110962" y="122278"/>
                    <a:pt x="102072" y="131168"/>
                    <a:pt x="94452" y="134978"/>
                  </a:cubicBezTo>
                  <a:cubicBezTo>
                    <a:pt x="85562" y="137518"/>
                    <a:pt x="71592" y="136248"/>
                    <a:pt x="63972" y="131168"/>
                  </a:cubicBezTo>
                  <a:cubicBezTo>
                    <a:pt x="57622" y="126088"/>
                    <a:pt x="51272" y="104498"/>
                    <a:pt x="51272" y="104498"/>
                  </a:cubicBezTo>
                </a:path>
              </a:pathLst>
            </a:custGeom>
            <a:solidFill>
              <a:srgbClr val="FBFBF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301038" y="7645718"/>
            <a:ext cx="763905" cy="533400"/>
            <a:chOff x="0" y="0"/>
            <a:chExt cx="101854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9357" y="48585"/>
              <a:ext cx="921098" cy="610846"/>
            </a:xfrm>
            <a:custGeom>
              <a:avLst/>
              <a:gdLst/>
              <a:ahLst/>
              <a:cxnLst/>
              <a:rect r="r" b="b" t="t" l="l"/>
              <a:pathLst>
                <a:path h="610846" w="921098">
                  <a:moveTo>
                    <a:pt x="716453" y="202875"/>
                  </a:moveTo>
                  <a:cubicBezTo>
                    <a:pt x="715183" y="265105"/>
                    <a:pt x="707563" y="200335"/>
                    <a:pt x="710103" y="169855"/>
                  </a:cubicBezTo>
                  <a:cubicBezTo>
                    <a:pt x="711373" y="140645"/>
                    <a:pt x="718993" y="107625"/>
                    <a:pt x="727883" y="86035"/>
                  </a:cubicBezTo>
                  <a:cubicBezTo>
                    <a:pt x="734233" y="69525"/>
                    <a:pt x="740583" y="56825"/>
                    <a:pt x="752013" y="45395"/>
                  </a:cubicBezTo>
                  <a:cubicBezTo>
                    <a:pt x="767253" y="32695"/>
                    <a:pt x="796463" y="19995"/>
                    <a:pt x="815513" y="17455"/>
                  </a:cubicBezTo>
                  <a:cubicBezTo>
                    <a:pt x="832023" y="16185"/>
                    <a:pt x="847263" y="19995"/>
                    <a:pt x="861233" y="26345"/>
                  </a:cubicBezTo>
                  <a:cubicBezTo>
                    <a:pt x="875203" y="32695"/>
                    <a:pt x="889173" y="42855"/>
                    <a:pt x="898063" y="55555"/>
                  </a:cubicBezTo>
                  <a:cubicBezTo>
                    <a:pt x="906953" y="66985"/>
                    <a:pt x="913303" y="79685"/>
                    <a:pt x="917113" y="97465"/>
                  </a:cubicBezTo>
                  <a:cubicBezTo>
                    <a:pt x="923463" y="127945"/>
                    <a:pt x="920923" y="173665"/>
                    <a:pt x="918383" y="223195"/>
                  </a:cubicBezTo>
                  <a:cubicBezTo>
                    <a:pt x="917113" y="293045"/>
                    <a:pt x="917113" y="432745"/>
                    <a:pt x="898063" y="477195"/>
                  </a:cubicBezTo>
                  <a:cubicBezTo>
                    <a:pt x="889173" y="497515"/>
                    <a:pt x="879013" y="505135"/>
                    <a:pt x="866313" y="514025"/>
                  </a:cubicBezTo>
                  <a:cubicBezTo>
                    <a:pt x="853613" y="522915"/>
                    <a:pt x="835833" y="529265"/>
                    <a:pt x="820593" y="530535"/>
                  </a:cubicBezTo>
                  <a:cubicBezTo>
                    <a:pt x="805353" y="533075"/>
                    <a:pt x="788843" y="531805"/>
                    <a:pt x="772333" y="525455"/>
                  </a:cubicBezTo>
                  <a:cubicBezTo>
                    <a:pt x="754553" y="516565"/>
                    <a:pt x="735503" y="500055"/>
                    <a:pt x="718993" y="477195"/>
                  </a:cubicBezTo>
                  <a:cubicBezTo>
                    <a:pt x="694863" y="444175"/>
                    <a:pt x="674543" y="390835"/>
                    <a:pt x="655493" y="336225"/>
                  </a:cubicBezTo>
                  <a:cubicBezTo>
                    <a:pt x="631363" y="270185"/>
                    <a:pt x="593263" y="160965"/>
                    <a:pt x="594533" y="106355"/>
                  </a:cubicBezTo>
                  <a:cubicBezTo>
                    <a:pt x="594533" y="77145"/>
                    <a:pt x="602153" y="55555"/>
                    <a:pt x="616123" y="37775"/>
                  </a:cubicBezTo>
                  <a:cubicBezTo>
                    <a:pt x="630093" y="21265"/>
                    <a:pt x="658033" y="6025"/>
                    <a:pt x="678353" y="2215"/>
                  </a:cubicBezTo>
                  <a:cubicBezTo>
                    <a:pt x="694863" y="-1595"/>
                    <a:pt x="711373" y="-325"/>
                    <a:pt x="726613" y="4755"/>
                  </a:cubicBezTo>
                  <a:cubicBezTo>
                    <a:pt x="740583" y="9835"/>
                    <a:pt x="755823" y="17455"/>
                    <a:pt x="767253" y="30155"/>
                  </a:cubicBezTo>
                  <a:cubicBezTo>
                    <a:pt x="781223" y="46665"/>
                    <a:pt x="792653" y="70795"/>
                    <a:pt x="796463" y="96195"/>
                  </a:cubicBezTo>
                  <a:cubicBezTo>
                    <a:pt x="801543" y="126675"/>
                    <a:pt x="795193" y="158425"/>
                    <a:pt x="786303" y="200335"/>
                  </a:cubicBezTo>
                  <a:cubicBezTo>
                    <a:pt x="773603" y="262565"/>
                    <a:pt x="740583" y="376865"/>
                    <a:pt x="711373" y="432745"/>
                  </a:cubicBezTo>
                  <a:cubicBezTo>
                    <a:pt x="692323" y="469575"/>
                    <a:pt x="675813" y="491165"/>
                    <a:pt x="650413" y="515295"/>
                  </a:cubicBezTo>
                  <a:cubicBezTo>
                    <a:pt x="622473" y="541965"/>
                    <a:pt x="581833" y="568635"/>
                    <a:pt x="545003" y="585145"/>
                  </a:cubicBezTo>
                  <a:cubicBezTo>
                    <a:pt x="513253" y="599115"/>
                    <a:pt x="484043" y="613085"/>
                    <a:pt x="447213" y="610545"/>
                  </a:cubicBezTo>
                  <a:cubicBezTo>
                    <a:pt x="398953" y="608005"/>
                    <a:pt x="325293" y="578795"/>
                    <a:pt x="285923" y="543235"/>
                  </a:cubicBezTo>
                  <a:cubicBezTo>
                    <a:pt x="247823" y="508945"/>
                    <a:pt x="227503" y="445445"/>
                    <a:pt x="209723" y="402265"/>
                  </a:cubicBezTo>
                  <a:cubicBezTo>
                    <a:pt x="194483" y="366705"/>
                    <a:pt x="181783" y="340035"/>
                    <a:pt x="180513" y="303205"/>
                  </a:cubicBezTo>
                  <a:cubicBezTo>
                    <a:pt x="179243" y="257485"/>
                    <a:pt x="185593" y="182555"/>
                    <a:pt x="216073" y="148265"/>
                  </a:cubicBezTo>
                  <a:cubicBezTo>
                    <a:pt x="245283" y="115245"/>
                    <a:pt x="308783" y="105085"/>
                    <a:pt x="351963" y="97465"/>
                  </a:cubicBezTo>
                  <a:cubicBezTo>
                    <a:pt x="388793" y="91115"/>
                    <a:pt x="424353" y="92385"/>
                    <a:pt x="456103" y="100005"/>
                  </a:cubicBezTo>
                  <a:cubicBezTo>
                    <a:pt x="485313" y="106355"/>
                    <a:pt x="510713" y="122865"/>
                    <a:pt x="537383" y="140645"/>
                  </a:cubicBezTo>
                  <a:cubicBezTo>
                    <a:pt x="567863" y="159695"/>
                    <a:pt x="605963" y="185095"/>
                    <a:pt x="626283" y="215575"/>
                  </a:cubicBezTo>
                  <a:cubicBezTo>
                    <a:pt x="645333" y="244785"/>
                    <a:pt x="654223" y="282885"/>
                    <a:pt x="656763" y="318445"/>
                  </a:cubicBezTo>
                  <a:cubicBezTo>
                    <a:pt x="659303" y="354005"/>
                    <a:pt x="655493" y="395915"/>
                    <a:pt x="640253" y="427665"/>
                  </a:cubicBezTo>
                  <a:cubicBezTo>
                    <a:pt x="623743" y="460685"/>
                    <a:pt x="588183" y="492435"/>
                    <a:pt x="557703" y="511485"/>
                  </a:cubicBezTo>
                  <a:cubicBezTo>
                    <a:pt x="531033" y="527995"/>
                    <a:pt x="504363" y="541965"/>
                    <a:pt x="472613" y="543235"/>
                  </a:cubicBezTo>
                  <a:cubicBezTo>
                    <a:pt x="434513" y="544505"/>
                    <a:pt x="373553" y="527995"/>
                    <a:pt x="340533" y="506405"/>
                  </a:cubicBezTo>
                  <a:cubicBezTo>
                    <a:pt x="312593" y="487355"/>
                    <a:pt x="294813" y="455605"/>
                    <a:pt x="279573" y="426395"/>
                  </a:cubicBezTo>
                  <a:cubicBezTo>
                    <a:pt x="263063" y="394645"/>
                    <a:pt x="250363" y="359085"/>
                    <a:pt x="246553" y="322255"/>
                  </a:cubicBezTo>
                  <a:cubicBezTo>
                    <a:pt x="241473" y="284155"/>
                    <a:pt x="238933" y="234625"/>
                    <a:pt x="254173" y="200335"/>
                  </a:cubicBezTo>
                  <a:cubicBezTo>
                    <a:pt x="270683" y="166045"/>
                    <a:pt x="308783" y="131755"/>
                    <a:pt x="341803" y="117785"/>
                  </a:cubicBezTo>
                  <a:cubicBezTo>
                    <a:pt x="371013" y="105085"/>
                    <a:pt x="406573" y="111435"/>
                    <a:pt x="439593" y="113975"/>
                  </a:cubicBezTo>
                  <a:cubicBezTo>
                    <a:pt x="471343" y="115245"/>
                    <a:pt x="508173" y="111435"/>
                    <a:pt x="533573" y="130485"/>
                  </a:cubicBezTo>
                  <a:cubicBezTo>
                    <a:pt x="567863" y="155885"/>
                    <a:pt x="609773" y="228275"/>
                    <a:pt x="607233" y="271455"/>
                  </a:cubicBezTo>
                  <a:cubicBezTo>
                    <a:pt x="605963" y="312095"/>
                    <a:pt x="567863" y="361625"/>
                    <a:pt x="534843" y="385755"/>
                  </a:cubicBezTo>
                  <a:cubicBezTo>
                    <a:pt x="505633" y="407345"/>
                    <a:pt x="467533" y="408615"/>
                    <a:pt x="423083" y="414965"/>
                  </a:cubicBezTo>
                  <a:cubicBezTo>
                    <a:pt x="364663" y="426395"/>
                    <a:pt x="269413" y="435285"/>
                    <a:pt x="210993" y="432745"/>
                  </a:cubicBezTo>
                  <a:cubicBezTo>
                    <a:pt x="170353" y="430205"/>
                    <a:pt x="138603" y="431475"/>
                    <a:pt x="106853" y="413695"/>
                  </a:cubicBezTo>
                  <a:cubicBezTo>
                    <a:pt x="70023" y="393375"/>
                    <a:pt x="26843" y="346385"/>
                    <a:pt x="10333" y="309555"/>
                  </a:cubicBezTo>
                  <a:cubicBezTo>
                    <a:pt x="-3637" y="279075"/>
                    <a:pt x="173" y="248595"/>
                    <a:pt x="1443" y="214305"/>
                  </a:cubicBezTo>
                  <a:cubicBezTo>
                    <a:pt x="3983" y="172395"/>
                    <a:pt x="11603" y="108895"/>
                    <a:pt x="30653" y="78415"/>
                  </a:cubicBezTo>
                  <a:cubicBezTo>
                    <a:pt x="43353" y="58095"/>
                    <a:pt x="64943" y="44125"/>
                    <a:pt x="81453" y="35235"/>
                  </a:cubicBezTo>
                  <a:cubicBezTo>
                    <a:pt x="92883" y="30155"/>
                    <a:pt x="101773" y="27615"/>
                    <a:pt x="114473" y="28885"/>
                  </a:cubicBezTo>
                  <a:cubicBezTo>
                    <a:pt x="132253" y="28885"/>
                    <a:pt x="161463" y="35235"/>
                    <a:pt x="179243" y="46665"/>
                  </a:cubicBezTo>
                  <a:cubicBezTo>
                    <a:pt x="197023" y="59365"/>
                    <a:pt x="212263" y="79685"/>
                    <a:pt x="219883" y="100005"/>
                  </a:cubicBezTo>
                  <a:cubicBezTo>
                    <a:pt x="226233" y="120325"/>
                    <a:pt x="223693" y="149535"/>
                    <a:pt x="218613" y="167315"/>
                  </a:cubicBezTo>
                  <a:cubicBezTo>
                    <a:pt x="216073" y="180015"/>
                    <a:pt x="212263" y="187635"/>
                    <a:pt x="203373" y="196525"/>
                  </a:cubicBezTo>
                  <a:cubicBezTo>
                    <a:pt x="190673" y="210495"/>
                    <a:pt x="167813" y="228275"/>
                    <a:pt x="147493" y="234625"/>
                  </a:cubicBezTo>
                  <a:cubicBezTo>
                    <a:pt x="127173" y="239705"/>
                    <a:pt x="100503" y="238435"/>
                    <a:pt x="80183" y="230815"/>
                  </a:cubicBezTo>
                  <a:cubicBezTo>
                    <a:pt x="61133" y="221925"/>
                    <a:pt x="40813" y="201605"/>
                    <a:pt x="29383" y="186365"/>
                  </a:cubicBezTo>
                  <a:cubicBezTo>
                    <a:pt x="23033" y="176205"/>
                    <a:pt x="19223" y="167315"/>
                    <a:pt x="17953" y="154615"/>
                  </a:cubicBezTo>
                  <a:cubicBezTo>
                    <a:pt x="15413" y="136835"/>
                    <a:pt x="19223" y="105085"/>
                    <a:pt x="25573" y="88575"/>
                  </a:cubicBezTo>
                  <a:cubicBezTo>
                    <a:pt x="29383" y="77145"/>
                    <a:pt x="34463" y="69525"/>
                    <a:pt x="44623" y="60635"/>
                  </a:cubicBezTo>
                  <a:cubicBezTo>
                    <a:pt x="57323" y="49205"/>
                    <a:pt x="82723" y="32695"/>
                    <a:pt x="103043" y="30155"/>
                  </a:cubicBezTo>
                  <a:cubicBezTo>
                    <a:pt x="124633" y="26345"/>
                    <a:pt x="152573" y="33965"/>
                    <a:pt x="169083" y="40315"/>
                  </a:cubicBezTo>
                  <a:cubicBezTo>
                    <a:pt x="181783" y="46665"/>
                    <a:pt x="188133" y="51745"/>
                    <a:pt x="197023" y="61905"/>
                  </a:cubicBezTo>
                  <a:cubicBezTo>
                    <a:pt x="207183" y="75875"/>
                    <a:pt x="219883" y="98735"/>
                    <a:pt x="223693" y="122865"/>
                  </a:cubicBezTo>
                  <a:cubicBezTo>
                    <a:pt x="228773" y="150805"/>
                    <a:pt x="198293" y="209225"/>
                    <a:pt x="213533" y="224465"/>
                  </a:cubicBezTo>
                  <a:cubicBezTo>
                    <a:pt x="230043" y="239705"/>
                    <a:pt x="284653" y="210495"/>
                    <a:pt x="320213" y="210495"/>
                  </a:cubicBezTo>
                  <a:cubicBezTo>
                    <a:pt x="353233" y="209225"/>
                    <a:pt x="398953" y="200335"/>
                    <a:pt x="418003" y="218115"/>
                  </a:cubicBezTo>
                  <a:cubicBezTo>
                    <a:pt x="437053" y="234625"/>
                    <a:pt x="442133" y="307015"/>
                    <a:pt x="435783" y="309555"/>
                  </a:cubicBezTo>
                  <a:cubicBezTo>
                    <a:pt x="428163" y="313365"/>
                    <a:pt x="379903" y="229545"/>
                    <a:pt x="372283" y="232085"/>
                  </a:cubicBezTo>
                  <a:cubicBezTo>
                    <a:pt x="365933" y="235895"/>
                    <a:pt x="378633" y="293045"/>
                    <a:pt x="391333" y="319715"/>
                  </a:cubicBezTo>
                  <a:cubicBezTo>
                    <a:pt x="405303" y="348925"/>
                    <a:pt x="434513" y="398455"/>
                    <a:pt x="458643" y="400995"/>
                  </a:cubicBezTo>
                  <a:cubicBezTo>
                    <a:pt x="481503" y="403535"/>
                    <a:pt x="511983" y="374325"/>
                    <a:pt x="533573" y="342575"/>
                  </a:cubicBezTo>
                  <a:cubicBezTo>
                    <a:pt x="571673" y="282885"/>
                    <a:pt x="584373" y="84765"/>
                    <a:pt x="616123" y="37775"/>
                  </a:cubicBezTo>
                  <a:cubicBezTo>
                    <a:pt x="628823" y="19995"/>
                    <a:pt x="638983" y="14915"/>
                    <a:pt x="654223" y="8565"/>
                  </a:cubicBezTo>
                  <a:cubicBezTo>
                    <a:pt x="674543" y="2215"/>
                    <a:pt x="706293" y="-325"/>
                    <a:pt x="726613" y="4755"/>
                  </a:cubicBezTo>
                  <a:cubicBezTo>
                    <a:pt x="743123" y="9835"/>
                    <a:pt x="757093" y="19995"/>
                    <a:pt x="767253" y="30155"/>
                  </a:cubicBezTo>
                  <a:cubicBezTo>
                    <a:pt x="778683" y="41585"/>
                    <a:pt x="786303" y="53015"/>
                    <a:pt x="792653" y="72065"/>
                  </a:cubicBezTo>
                  <a:cubicBezTo>
                    <a:pt x="802813" y="103815"/>
                    <a:pt x="793923" y="159695"/>
                    <a:pt x="807893" y="209225"/>
                  </a:cubicBezTo>
                  <a:cubicBezTo>
                    <a:pt x="825673" y="276535"/>
                    <a:pt x="908223" y="378135"/>
                    <a:pt x="909493" y="430205"/>
                  </a:cubicBezTo>
                  <a:cubicBezTo>
                    <a:pt x="910763" y="459415"/>
                    <a:pt x="899333" y="481005"/>
                    <a:pt x="884093" y="497515"/>
                  </a:cubicBezTo>
                  <a:cubicBezTo>
                    <a:pt x="868853" y="514025"/>
                    <a:pt x="843453" y="527995"/>
                    <a:pt x="820593" y="530535"/>
                  </a:cubicBezTo>
                  <a:cubicBezTo>
                    <a:pt x="799003" y="533075"/>
                    <a:pt x="769793" y="526725"/>
                    <a:pt x="752013" y="514025"/>
                  </a:cubicBezTo>
                  <a:cubicBezTo>
                    <a:pt x="732963" y="501325"/>
                    <a:pt x="718993" y="484815"/>
                    <a:pt x="711373" y="454335"/>
                  </a:cubicBezTo>
                  <a:cubicBezTo>
                    <a:pt x="691053" y="385755"/>
                    <a:pt x="703753" y="152075"/>
                    <a:pt x="727883" y="86035"/>
                  </a:cubicBezTo>
                  <a:cubicBezTo>
                    <a:pt x="739313" y="56825"/>
                    <a:pt x="754553" y="42855"/>
                    <a:pt x="771063" y="31425"/>
                  </a:cubicBezTo>
                  <a:cubicBezTo>
                    <a:pt x="785033" y="22535"/>
                    <a:pt x="800273" y="18725"/>
                    <a:pt x="815513" y="17455"/>
                  </a:cubicBezTo>
                  <a:cubicBezTo>
                    <a:pt x="830753" y="17455"/>
                    <a:pt x="847263" y="18725"/>
                    <a:pt x="861233" y="26345"/>
                  </a:cubicBezTo>
                  <a:cubicBezTo>
                    <a:pt x="879013" y="35235"/>
                    <a:pt x="900603" y="58095"/>
                    <a:pt x="909493" y="75875"/>
                  </a:cubicBezTo>
                  <a:cubicBezTo>
                    <a:pt x="917113" y="89845"/>
                    <a:pt x="918383" y="102545"/>
                    <a:pt x="918383" y="121595"/>
                  </a:cubicBezTo>
                  <a:cubicBezTo>
                    <a:pt x="918383" y="148265"/>
                    <a:pt x="913303" y="187635"/>
                    <a:pt x="900603" y="220655"/>
                  </a:cubicBezTo>
                  <a:cubicBezTo>
                    <a:pt x="884093" y="261295"/>
                    <a:pt x="856153" y="313365"/>
                    <a:pt x="819323" y="346385"/>
                  </a:cubicBezTo>
                  <a:cubicBezTo>
                    <a:pt x="779953" y="380675"/>
                    <a:pt x="712643" y="420045"/>
                    <a:pt x="668193" y="418775"/>
                  </a:cubicBezTo>
                  <a:cubicBezTo>
                    <a:pt x="633903" y="418775"/>
                    <a:pt x="599613" y="393375"/>
                    <a:pt x="578023" y="369245"/>
                  </a:cubicBezTo>
                  <a:cubicBezTo>
                    <a:pt x="553893" y="343845"/>
                    <a:pt x="539923" y="300665"/>
                    <a:pt x="533573" y="267645"/>
                  </a:cubicBezTo>
                  <a:cubicBezTo>
                    <a:pt x="528493" y="238435"/>
                    <a:pt x="531033" y="204145"/>
                    <a:pt x="537383" y="181285"/>
                  </a:cubicBezTo>
                  <a:cubicBezTo>
                    <a:pt x="541193" y="164775"/>
                    <a:pt x="547543" y="153345"/>
                    <a:pt x="557703" y="141915"/>
                  </a:cubicBezTo>
                  <a:cubicBezTo>
                    <a:pt x="566593" y="131755"/>
                    <a:pt x="578023" y="121595"/>
                    <a:pt x="593263" y="117785"/>
                  </a:cubicBezTo>
                  <a:cubicBezTo>
                    <a:pt x="611043" y="111435"/>
                    <a:pt x="640253" y="111435"/>
                    <a:pt x="658033" y="117785"/>
                  </a:cubicBezTo>
                  <a:cubicBezTo>
                    <a:pt x="672003" y="121595"/>
                    <a:pt x="684703" y="130485"/>
                    <a:pt x="693593" y="141915"/>
                  </a:cubicBezTo>
                  <a:cubicBezTo>
                    <a:pt x="705023" y="157155"/>
                    <a:pt x="716453" y="202875"/>
                    <a:pt x="716453" y="202875"/>
                  </a:cubicBezTo>
                </a:path>
              </a:pathLst>
            </a:custGeom>
            <a:solidFill>
              <a:srgbClr val="FBFBF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537623" y="7796689"/>
            <a:ext cx="56483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"/>
              </a:lnSpc>
              <a:spcBef>
                <a:spcPct val="0"/>
              </a:spcBef>
            </a:pPr>
            <a:r>
              <a:rPr lang="en-US" sz="1113">
                <a:solidFill>
                  <a:srgbClr val="232C4A"/>
                </a:solidFill>
                <a:latin typeface="Norwester"/>
                <a:ea typeface="Norwester"/>
                <a:cs typeface="Norwester"/>
                <a:sym typeface="Norwester"/>
              </a:rPr>
              <a:t>OFFLINE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0756" y="6620398"/>
            <a:ext cx="3355921" cy="2953211"/>
          </a:xfrm>
          <a:custGeom>
            <a:avLst/>
            <a:gdLst/>
            <a:ahLst/>
            <a:cxnLst/>
            <a:rect r="r" b="b" t="t" l="l"/>
            <a:pathLst>
              <a:path h="2953211" w="3355921">
                <a:moveTo>
                  <a:pt x="0" y="0"/>
                </a:moveTo>
                <a:lnTo>
                  <a:pt x="3355922" y="0"/>
                </a:lnTo>
                <a:lnTo>
                  <a:pt x="3355922" y="2953211"/>
                </a:lnTo>
                <a:lnTo>
                  <a:pt x="0" y="29532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124401" y="7287664"/>
            <a:ext cx="1756164" cy="1782907"/>
          </a:xfrm>
          <a:custGeom>
            <a:avLst/>
            <a:gdLst/>
            <a:ahLst/>
            <a:cxnLst/>
            <a:rect r="r" b="b" t="t" l="l"/>
            <a:pathLst>
              <a:path h="1782907" w="1756164">
                <a:moveTo>
                  <a:pt x="0" y="0"/>
                </a:moveTo>
                <a:lnTo>
                  <a:pt x="1756164" y="0"/>
                </a:lnTo>
                <a:lnTo>
                  <a:pt x="1756164" y="1782907"/>
                </a:lnTo>
                <a:lnTo>
                  <a:pt x="0" y="1782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438"/>
            <a:ext cx="18288000" cy="10215562"/>
          </a:xfrm>
          <a:custGeom>
            <a:avLst/>
            <a:gdLst/>
            <a:ahLst/>
            <a:cxnLst/>
            <a:rect r="r" b="b" t="t" l="l"/>
            <a:pathLst>
              <a:path h="10215562" w="18288000">
                <a:moveTo>
                  <a:pt x="0" y="0"/>
                </a:moveTo>
                <a:lnTo>
                  <a:pt x="18288000" y="0"/>
                </a:lnTo>
                <a:lnTo>
                  <a:pt x="18288000" y="10215562"/>
                </a:lnTo>
                <a:lnTo>
                  <a:pt x="0" y="1021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10700" y="689451"/>
            <a:ext cx="8587177" cy="4625658"/>
          </a:xfrm>
          <a:custGeom>
            <a:avLst/>
            <a:gdLst/>
            <a:ahLst/>
            <a:cxnLst/>
            <a:rect r="r" b="b" t="t" l="l"/>
            <a:pathLst>
              <a:path h="4625658" w="8587177">
                <a:moveTo>
                  <a:pt x="0" y="0"/>
                </a:moveTo>
                <a:lnTo>
                  <a:pt x="8587177" y="0"/>
                </a:lnTo>
                <a:lnTo>
                  <a:pt x="8587177" y="4625658"/>
                </a:lnTo>
                <a:lnTo>
                  <a:pt x="0" y="4625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449" r="0" b="-173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998377" y="5407744"/>
            <a:ext cx="9046526" cy="4126781"/>
          </a:xfrm>
          <a:custGeom>
            <a:avLst/>
            <a:gdLst/>
            <a:ahLst/>
            <a:cxnLst/>
            <a:rect r="r" b="b" t="t" l="l"/>
            <a:pathLst>
              <a:path h="4126781" w="9046526">
                <a:moveTo>
                  <a:pt x="0" y="0"/>
                </a:moveTo>
                <a:lnTo>
                  <a:pt x="9046526" y="0"/>
                </a:lnTo>
                <a:lnTo>
                  <a:pt x="9046526" y="4126781"/>
                </a:lnTo>
                <a:lnTo>
                  <a:pt x="0" y="41267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757" r="-4685" b="-598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75612" y="1427445"/>
            <a:ext cx="4199432" cy="7923457"/>
          </a:xfrm>
          <a:custGeom>
            <a:avLst/>
            <a:gdLst/>
            <a:ahLst/>
            <a:cxnLst/>
            <a:rect r="r" b="b" t="t" l="l"/>
            <a:pathLst>
              <a:path h="7923457" w="4199432">
                <a:moveTo>
                  <a:pt x="0" y="0"/>
                </a:moveTo>
                <a:lnTo>
                  <a:pt x="4199432" y="0"/>
                </a:lnTo>
                <a:lnTo>
                  <a:pt x="4199432" y="7923457"/>
                </a:lnTo>
                <a:lnTo>
                  <a:pt x="0" y="79234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944568" y="1427445"/>
            <a:ext cx="4199432" cy="7923457"/>
          </a:xfrm>
          <a:custGeom>
            <a:avLst/>
            <a:gdLst/>
            <a:ahLst/>
            <a:cxnLst/>
            <a:rect r="r" b="b" t="t" l="l"/>
            <a:pathLst>
              <a:path h="7923457" w="4199432">
                <a:moveTo>
                  <a:pt x="0" y="0"/>
                </a:moveTo>
                <a:lnTo>
                  <a:pt x="4199432" y="0"/>
                </a:lnTo>
                <a:lnTo>
                  <a:pt x="4199432" y="7923457"/>
                </a:lnTo>
                <a:lnTo>
                  <a:pt x="0" y="79234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75017" y="161262"/>
            <a:ext cx="1915887" cy="1249101"/>
            <a:chOff x="0" y="0"/>
            <a:chExt cx="2554516" cy="1665468"/>
          </a:xfrm>
        </p:grpSpPr>
        <p:sp>
          <p:nvSpPr>
            <p:cNvPr name="Freeform 17" id="17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GeoGuardians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45381" y="2817885"/>
            <a:ext cx="3659895" cy="6533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68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🎯 Victims / Citizens: </a:t>
            </a:r>
            <a:r>
              <a:rPr lang="en-US" sz="26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Faster SOS response, nearby help, shelters &amp; emergency guidance.</a:t>
            </a:r>
          </a:p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68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🚒 Authorities: </a:t>
            </a:r>
            <a:r>
              <a:rPr lang="en-US" sz="26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Better team, vehicle and resource allocation with live tracking.</a:t>
            </a:r>
          </a:p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68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🤝 NGOs: </a:t>
            </a:r>
            <a:r>
              <a:rPr lang="en-US" sz="26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Efficient volunteer and resource coordination across affected areas.</a:t>
            </a:r>
          </a:p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68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🦺 Volunteers: </a:t>
            </a:r>
            <a:r>
              <a:rPr lang="en-US" sz="268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Clear task assignments, navigation and real-time field reporting.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90191" y="2566948"/>
            <a:ext cx="3908186" cy="681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🌐 Social: 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Faster rescue, better coordination &amp; improved public safety</a:t>
            </a: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💰 Economic: 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Reduces resource wastage, response costs &amp; operational delays</a:t>
            </a: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🌱 Environmental: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Optimizes resource/vehicle deployment and reduces unnecessary movement.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🚑 Emergency Response: 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Faster SOS handling, live tracking &amp; smart resource allocation.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📡 Connectivity: 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Continues functioning in online, semi-online &amp; zero-connectivity zones.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r>
              <a:rPr lang="en-US" b="true" sz="214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🤖 Technological: </a:t>
            </a:r>
            <a:r>
              <a:rPr lang="en-US" sz="21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AI-assisted decisions, offline intelligence &amp; scalable architecture.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54718" y="1270447"/>
            <a:ext cx="277913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  <a:spcBef>
                <a:spcPct val="0"/>
              </a:spcBef>
            </a:pPr>
            <a:r>
              <a:rPr lang="en-US" b="true" sz="3443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Benefits of the 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5017" y="1425342"/>
            <a:ext cx="4600621" cy="123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1"/>
              </a:lnSpc>
            </a:pPr>
            <a:r>
              <a:rPr lang="en-US" sz="3167" b="true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Potential Impact</a:t>
            </a:r>
          </a:p>
          <a:p>
            <a:pPr algn="ctr">
              <a:lnSpc>
                <a:spcPts val="3801"/>
              </a:lnSpc>
              <a:spcBef>
                <a:spcPct val="0"/>
              </a:spcBef>
            </a:pPr>
            <a:r>
              <a:rPr lang="en-US" b="true" sz="3167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on Target Audience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61345" y="2800350"/>
            <a:ext cx="478155" cy="355282"/>
            <a:chOff x="0" y="0"/>
            <a:chExt cx="637540" cy="4737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9444" y="45569"/>
              <a:ext cx="536690" cy="380604"/>
            </a:xfrm>
            <a:custGeom>
              <a:avLst/>
              <a:gdLst/>
              <a:ahLst/>
              <a:cxnLst/>
              <a:rect r="r" b="b" t="t" l="l"/>
              <a:pathLst>
                <a:path h="380604" w="536690">
                  <a:moveTo>
                    <a:pt x="116926" y="279551"/>
                  </a:moveTo>
                  <a:cubicBezTo>
                    <a:pt x="82636" y="191921"/>
                    <a:pt x="68666" y="130961"/>
                    <a:pt x="85176" y="105561"/>
                  </a:cubicBezTo>
                  <a:cubicBezTo>
                    <a:pt x="101686" y="80161"/>
                    <a:pt x="144866" y="75081"/>
                    <a:pt x="182966" y="67461"/>
                  </a:cubicBezTo>
                  <a:cubicBezTo>
                    <a:pt x="235036" y="57301"/>
                    <a:pt x="316316" y="59841"/>
                    <a:pt x="368386" y="62381"/>
                  </a:cubicBezTo>
                  <a:cubicBezTo>
                    <a:pt x="407756" y="64921"/>
                    <a:pt x="469986" y="75081"/>
                    <a:pt x="469986" y="76351"/>
                  </a:cubicBezTo>
                  <a:cubicBezTo>
                    <a:pt x="469986" y="76351"/>
                    <a:pt x="453476" y="75081"/>
                    <a:pt x="453476" y="76351"/>
                  </a:cubicBezTo>
                  <a:cubicBezTo>
                    <a:pt x="452206" y="78891"/>
                    <a:pt x="495386" y="87781"/>
                    <a:pt x="508086" y="97941"/>
                  </a:cubicBezTo>
                  <a:cubicBezTo>
                    <a:pt x="519516" y="106831"/>
                    <a:pt x="527136" y="116991"/>
                    <a:pt x="530946" y="130961"/>
                  </a:cubicBezTo>
                  <a:cubicBezTo>
                    <a:pt x="536026" y="147471"/>
                    <a:pt x="538566" y="172871"/>
                    <a:pt x="530946" y="190651"/>
                  </a:cubicBezTo>
                  <a:cubicBezTo>
                    <a:pt x="524596" y="207161"/>
                    <a:pt x="513166" y="222401"/>
                    <a:pt x="491576" y="235101"/>
                  </a:cubicBezTo>
                  <a:cubicBezTo>
                    <a:pt x="456016" y="255421"/>
                    <a:pt x="374736" y="264311"/>
                    <a:pt x="317586" y="270661"/>
                  </a:cubicBezTo>
                  <a:cubicBezTo>
                    <a:pt x="264246" y="278281"/>
                    <a:pt x="208366" y="283361"/>
                    <a:pt x="158836" y="277011"/>
                  </a:cubicBezTo>
                  <a:cubicBezTo>
                    <a:pt x="113116" y="271931"/>
                    <a:pt x="58506" y="270661"/>
                    <a:pt x="33106" y="243991"/>
                  </a:cubicBezTo>
                  <a:cubicBezTo>
                    <a:pt x="5166" y="214781"/>
                    <a:pt x="-3724" y="144931"/>
                    <a:pt x="1356" y="105561"/>
                  </a:cubicBezTo>
                  <a:cubicBezTo>
                    <a:pt x="6436" y="71271"/>
                    <a:pt x="24216" y="33171"/>
                    <a:pt x="48346" y="16661"/>
                  </a:cubicBezTo>
                  <a:cubicBezTo>
                    <a:pt x="72476" y="151"/>
                    <a:pt x="115656" y="-4929"/>
                    <a:pt x="146136" y="5231"/>
                  </a:cubicBezTo>
                  <a:cubicBezTo>
                    <a:pt x="179156" y="17931"/>
                    <a:pt x="218526" y="54761"/>
                    <a:pt x="237576" y="95401"/>
                  </a:cubicBezTo>
                  <a:cubicBezTo>
                    <a:pt x="260436" y="144931"/>
                    <a:pt x="256626" y="249071"/>
                    <a:pt x="251546" y="293521"/>
                  </a:cubicBezTo>
                  <a:cubicBezTo>
                    <a:pt x="249006" y="316381"/>
                    <a:pt x="243926" y="331621"/>
                    <a:pt x="233766" y="345591"/>
                  </a:cubicBezTo>
                  <a:cubicBezTo>
                    <a:pt x="223606" y="359561"/>
                    <a:pt x="204556" y="372261"/>
                    <a:pt x="188046" y="377341"/>
                  </a:cubicBezTo>
                  <a:cubicBezTo>
                    <a:pt x="171536" y="381151"/>
                    <a:pt x="149946" y="382421"/>
                    <a:pt x="133436" y="373531"/>
                  </a:cubicBezTo>
                  <a:cubicBezTo>
                    <a:pt x="113116" y="364641"/>
                    <a:pt x="87716" y="334161"/>
                    <a:pt x="80096" y="312571"/>
                  </a:cubicBezTo>
                  <a:cubicBezTo>
                    <a:pt x="75016" y="294791"/>
                    <a:pt x="77556" y="273201"/>
                    <a:pt x="86446" y="257961"/>
                  </a:cubicBezTo>
                  <a:cubicBezTo>
                    <a:pt x="97876" y="237641"/>
                    <a:pt x="129626" y="213511"/>
                    <a:pt x="151216" y="208431"/>
                  </a:cubicBezTo>
                  <a:cubicBezTo>
                    <a:pt x="168996" y="203351"/>
                    <a:pt x="189316" y="209701"/>
                    <a:pt x="205826" y="217321"/>
                  </a:cubicBezTo>
                  <a:cubicBezTo>
                    <a:pt x="221066" y="224941"/>
                    <a:pt x="237576" y="240181"/>
                    <a:pt x="243926" y="256691"/>
                  </a:cubicBezTo>
                  <a:cubicBezTo>
                    <a:pt x="251546" y="278281"/>
                    <a:pt x="249006" y="317651"/>
                    <a:pt x="238846" y="337971"/>
                  </a:cubicBezTo>
                  <a:cubicBezTo>
                    <a:pt x="231226" y="354481"/>
                    <a:pt x="213446" y="367181"/>
                    <a:pt x="196936" y="373531"/>
                  </a:cubicBezTo>
                  <a:cubicBezTo>
                    <a:pt x="180426" y="379881"/>
                    <a:pt x="160106" y="383691"/>
                    <a:pt x="142326" y="377341"/>
                  </a:cubicBezTo>
                  <a:cubicBezTo>
                    <a:pt x="120736" y="369721"/>
                    <a:pt x="94066" y="345591"/>
                    <a:pt x="82636" y="321461"/>
                  </a:cubicBezTo>
                  <a:cubicBezTo>
                    <a:pt x="71206" y="296061"/>
                    <a:pt x="75016" y="257961"/>
                    <a:pt x="78826" y="227481"/>
                  </a:cubicBezTo>
                  <a:cubicBezTo>
                    <a:pt x="81366" y="199541"/>
                    <a:pt x="83906" y="165251"/>
                    <a:pt x="101686" y="146201"/>
                  </a:cubicBezTo>
                  <a:cubicBezTo>
                    <a:pt x="118196" y="125881"/>
                    <a:pt x="149946" y="116991"/>
                    <a:pt x="182966" y="109371"/>
                  </a:cubicBezTo>
                  <a:cubicBezTo>
                    <a:pt x="228686" y="99211"/>
                    <a:pt x="302346" y="109371"/>
                    <a:pt x="351876" y="101751"/>
                  </a:cubicBezTo>
                  <a:cubicBezTo>
                    <a:pt x="389976" y="96671"/>
                    <a:pt x="426806" y="76351"/>
                    <a:pt x="453476" y="76351"/>
                  </a:cubicBezTo>
                  <a:cubicBezTo>
                    <a:pt x="468716" y="76351"/>
                    <a:pt x="480146" y="78891"/>
                    <a:pt x="491576" y="86511"/>
                  </a:cubicBezTo>
                  <a:cubicBezTo>
                    <a:pt x="506816" y="95401"/>
                    <a:pt x="524596" y="115721"/>
                    <a:pt x="530946" y="130961"/>
                  </a:cubicBezTo>
                  <a:cubicBezTo>
                    <a:pt x="537296" y="143661"/>
                    <a:pt x="537296" y="157631"/>
                    <a:pt x="536026" y="170331"/>
                  </a:cubicBezTo>
                  <a:cubicBezTo>
                    <a:pt x="534756" y="183031"/>
                    <a:pt x="530946" y="197001"/>
                    <a:pt x="522056" y="208431"/>
                  </a:cubicBezTo>
                  <a:cubicBezTo>
                    <a:pt x="511896" y="221131"/>
                    <a:pt x="497926" y="235101"/>
                    <a:pt x="473796" y="241451"/>
                  </a:cubicBezTo>
                  <a:cubicBezTo>
                    <a:pt x="416646" y="257961"/>
                    <a:pt x="186776" y="256691"/>
                    <a:pt x="172806" y="226211"/>
                  </a:cubicBezTo>
                  <a:cubicBezTo>
                    <a:pt x="165186" y="208431"/>
                    <a:pt x="213446" y="150011"/>
                    <a:pt x="228686" y="152551"/>
                  </a:cubicBezTo>
                  <a:cubicBezTo>
                    <a:pt x="243926" y="153821"/>
                    <a:pt x="261706" y="203351"/>
                    <a:pt x="264246" y="230021"/>
                  </a:cubicBezTo>
                  <a:cubicBezTo>
                    <a:pt x="265516" y="252881"/>
                    <a:pt x="259166" y="283361"/>
                    <a:pt x="243926" y="299871"/>
                  </a:cubicBezTo>
                  <a:cubicBezTo>
                    <a:pt x="228686" y="315111"/>
                    <a:pt x="196936" y="326541"/>
                    <a:pt x="175346" y="322731"/>
                  </a:cubicBezTo>
                  <a:cubicBezTo>
                    <a:pt x="153756" y="320191"/>
                    <a:pt x="116926" y="279551"/>
                    <a:pt x="116926" y="279551"/>
                  </a:cubicBezTo>
                </a:path>
              </a:pathLst>
            </a:custGeom>
            <a:solidFill>
              <a:srgbClr val="FDEBE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854498" y="2895529"/>
            <a:ext cx="495409" cy="14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"/>
              </a:lnSpc>
              <a:spcBef>
                <a:spcPct val="0"/>
              </a:spcBef>
            </a:pPr>
            <a:r>
              <a:rPr lang="en-US" b="true" sz="85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SOS/SMS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45328" y="2477452"/>
            <a:ext cx="544830" cy="273368"/>
            <a:chOff x="0" y="0"/>
            <a:chExt cx="726440" cy="364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4435" y="50340"/>
              <a:ext cx="631161" cy="264645"/>
            </a:xfrm>
            <a:custGeom>
              <a:avLst/>
              <a:gdLst/>
              <a:ahLst/>
              <a:cxnLst/>
              <a:rect r="r" b="b" t="t" l="l"/>
              <a:pathLst>
                <a:path h="264645" w="631161">
                  <a:moveTo>
                    <a:pt x="130825" y="46180"/>
                  </a:moveTo>
                  <a:cubicBezTo>
                    <a:pt x="383555" y="81740"/>
                    <a:pt x="394985" y="102060"/>
                    <a:pt x="403875" y="119840"/>
                  </a:cubicBezTo>
                  <a:cubicBezTo>
                    <a:pt x="410225" y="133810"/>
                    <a:pt x="410225" y="149050"/>
                    <a:pt x="408955" y="164290"/>
                  </a:cubicBezTo>
                  <a:cubicBezTo>
                    <a:pt x="406415" y="178260"/>
                    <a:pt x="402605" y="193500"/>
                    <a:pt x="392445" y="206200"/>
                  </a:cubicBezTo>
                  <a:cubicBezTo>
                    <a:pt x="381015" y="221440"/>
                    <a:pt x="360695" y="235410"/>
                    <a:pt x="337835" y="244300"/>
                  </a:cubicBezTo>
                  <a:cubicBezTo>
                    <a:pt x="304815" y="257000"/>
                    <a:pt x="251475" y="262080"/>
                    <a:pt x="209565" y="263350"/>
                  </a:cubicBezTo>
                  <a:cubicBezTo>
                    <a:pt x="167655" y="264620"/>
                    <a:pt x="118125" y="268430"/>
                    <a:pt x="83835" y="251920"/>
                  </a:cubicBezTo>
                  <a:cubicBezTo>
                    <a:pt x="52085" y="236680"/>
                    <a:pt x="17795" y="201120"/>
                    <a:pt x="6365" y="169370"/>
                  </a:cubicBezTo>
                  <a:cubicBezTo>
                    <a:pt x="-3795" y="141430"/>
                    <a:pt x="-1255" y="103330"/>
                    <a:pt x="10175" y="77930"/>
                  </a:cubicBezTo>
                  <a:cubicBezTo>
                    <a:pt x="24145" y="49990"/>
                    <a:pt x="57165" y="20780"/>
                    <a:pt x="86375" y="9350"/>
                  </a:cubicBezTo>
                  <a:cubicBezTo>
                    <a:pt x="114315" y="-3350"/>
                    <a:pt x="149875" y="-810"/>
                    <a:pt x="184165" y="4270"/>
                  </a:cubicBezTo>
                  <a:cubicBezTo>
                    <a:pt x="223535" y="9350"/>
                    <a:pt x="259095" y="36020"/>
                    <a:pt x="308625" y="42370"/>
                  </a:cubicBezTo>
                  <a:cubicBezTo>
                    <a:pt x="375935" y="51260"/>
                    <a:pt x="500395" y="19510"/>
                    <a:pt x="552465" y="36020"/>
                  </a:cubicBezTo>
                  <a:cubicBezTo>
                    <a:pt x="581675" y="43640"/>
                    <a:pt x="599455" y="58880"/>
                    <a:pt x="613425" y="76660"/>
                  </a:cubicBezTo>
                  <a:cubicBezTo>
                    <a:pt x="626125" y="95710"/>
                    <a:pt x="632475" y="124920"/>
                    <a:pt x="629935" y="147780"/>
                  </a:cubicBezTo>
                  <a:cubicBezTo>
                    <a:pt x="627395" y="170640"/>
                    <a:pt x="610885" y="197310"/>
                    <a:pt x="596915" y="212550"/>
                  </a:cubicBezTo>
                  <a:cubicBezTo>
                    <a:pt x="584215" y="223980"/>
                    <a:pt x="574055" y="231600"/>
                    <a:pt x="552465" y="235410"/>
                  </a:cubicBezTo>
                  <a:cubicBezTo>
                    <a:pt x="500395" y="244300"/>
                    <a:pt x="327675" y="222710"/>
                    <a:pt x="274335" y="199850"/>
                  </a:cubicBezTo>
                  <a:cubicBezTo>
                    <a:pt x="248935" y="188420"/>
                    <a:pt x="234965" y="175720"/>
                    <a:pt x="223535" y="157940"/>
                  </a:cubicBezTo>
                  <a:cubicBezTo>
                    <a:pt x="213375" y="140160"/>
                    <a:pt x="207025" y="113490"/>
                    <a:pt x="209565" y="93170"/>
                  </a:cubicBezTo>
                  <a:cubicBezTo>
                    <a:pt x="210835" y="72850"/>
                    <a:pt x="222265" y="48720"/>
                    <a:pt x="236235" y="32210"/>
                  </a:cubicBezTo>
                  <a:cubicBezTo>
                    <a:pt x="250205" y="16970"/>
                    <a:pt x="274335" y="4270"/>
                    <a:pt x="294655" y="1730"/>
                  </a:cubicBezTo>
                  <a:cubicBezTo>
                    <a:pt x="314975" y="-2080"/>
                    <a:pt x="342915" y="4270"/>
                    <a:pt x="359425" y="11890"/>
                  </a:cubicBezTo>
                  <a:cubicBezTo>
                    <a:pt x="370855" y="15700"/>
                    <a:pt x="378475" y="22050"/>
                    <a:pt x="386095" y="30940"/>
                  </a:cubicBezTo>
                  <a:cubicBezTo>
                    <a:pt x="397525" y="44910"/>
                    <a:pt x="411495" y="74120"/>
                    <a:pt x="415305" y="90630"/>
                  </a:cubicBezTo>
                  <a:cubicBezTo>
                    <a:pt x="417845" y="103330"/>
                    <a:pt x="416575" y="112220"/>
                    <a:pt x="412765" y="124920"/>
                  </a:cubicBezTo>
                  <a:cubicBezTo>
                    <a:pt x="407685" y="141430"/>
                    <a:pt x="392445" y="169370"/>
                    <a:pt x="379745" y="182070"/>
                  </a:cubicBezTo>
                  <a:cubicBezTo>
                    <a:pt x="370855" y="190960"/>
                    <a:pt x="361965" y="194770"/>
                    <a:pt x="350535" y="198580"/>
                  </a:cubicBezTo>
                  <a:cubicBezTo>
                    <a:pt x="340375" y="203660"/>
                    <a:pt x="331485" y="207470"/>
                    <a:pt x="318785" y="206200"/>
                  </a:cubicBezTo>
                  <a:cubicBezTo>
                    <a:pt x="301005" y="206200"/>
                    <a:pt x="271795" y="201120"/>
                    <a:pt x="254015" y="189690"/>
                  </a:cubicBezTo>
                  <a:cubicBezTo>
                    <a:pt x="237505" y="178260"/>
                    <a:pt x="220995" y="156670"/>
                    <a:pt x="214645" y="137620"/>
                  </a:cubicBezTo>
                  <a:cubicBezTo>
                    <a:pt x="207025" y="117300"/>
                    <a:pt x="207025" y="90630"/>
                    <a:pt x="213375" y="71580"/>
                  </a:cubicBezTo>
                  <a:cubicBezTo>
                    <a:pt x="219725" y="51260"/>
                    <a:pt x="236235" y="29670"/>
                    <a:pt x="252745" y="18240"/>
                  </a:cubicBezTo>
                  <a:cubicBezTo>
                    <a:pt x="270525" y="6810"/>
                    <a:pt x="288305" y="1730"/>
                    <a:pt x="316245" y="460"/>
                  </a:cubicBezTo>
                  <a:cubicBezTo>
                    <a:pt x="373395" y="-3350"/>
                    <a:pt x="525795" y="16970"/>
                    <a:pt x="576595" y="44910"/>
                  </a:cubicBezTo>
                  <a:cubicBezTo>
                    <a:pt x="601995" y="58880"/>
                    <a:pt x="615965" y="79200"/>
                    <a:pt x="624855" y="99520"/>
                  </a:cubicBezTo>
                  <a:cubicBezTo>
                    <a:pt x="631205" y="114760"/>
                    <a:pt x="632475" y="132540"/>
                    <a:pt x="629935" y="147780"/>
                  </a:cubicBezTo>
                  <a:cubicBezTo>
                    <a:pt x="628665" y="163020"/>
                    <a:pt x="622315" y="180800"/>
                    <a:pt x="613425" y="193500"/>
                  </a:cubicBezTo>
                  <a:cubicBezTo>
                    <a:pt x="603265" y="206200"/>
                    <a:pt x="590565" y="218900"/>
                    <a:pt x="575325" y="226520"/>
                  </a:cubicBezTo>
                  <a:cubicBezTo>
                    <a:pt x="561355" y="234140"/>
                    <a:pt x="551195" y="236680"/>
                    <a:pt x="528335" y="237950"/>
                  </a:cubicBezTo>
                  <a:cubicBezTo>
                    <a:pt x="471185" y="243030"/>
                    <a:pt x="288305" y="239220"/>
                    <a:pt x="226075" y="212550"/>
                  </a:cubicBezTo>
                  <a:cubicBezTo>
                    <a:pt x="191785" y="197310"/>
                    <a:pt x="161305" y="174450"/>
                    <a:pt x="158765" y="151590"/>
                  </a:cubicBezTo>
                  <a:cubicBezTo>
                    <a:pt x="154955" y="127460"/>
                    <a:pt x="182895" y="86820"/>
                    <a:pt x="208295" y="71580"/>
                  </a:cubicBezTo>
                  <a:cubicBezTo>
                    <a:pt x="233695" y="53800"/>
                    <a:pt x="284495" y="53800"/>
                    <a:pt x="314975" y="57610"/>
                  </a:cubicBezTo>
                  <a:cubicBezTo>
                    <a:pt x="339105" y="61420"/>
                    <a:pt x="363235" y="70310"/>
                    <a:pt x="378475" y="81740"/>
                  </a:cubicBezTo>
                  <a:cubicBezTo>
                    <a:pt x="389905" y="91900"/>
                    <a:pt x="398795" y="104600"/>
                    <a:pt x="403875" y="119840"/>
                  </a:cubicBezTo>
                  <a:cubicBezTo>
                    <a:pt x="408955" y="137620"/>
                    <a:pt x="408955" y="168100"/>
                    <a:pt x="402605" y="185880"/>
                  </a:cubicBezTo>
                  <a:cubicBezTo>
                    <a:pt x="398795" y="201120"/>
                    <a:pt x="389905" y="213820"/>
                    <a:pt x="377205" y="222710"/>
                  </a:cubicBezTo>
                  <a:cubicBezTo>
                    <a:pt x="361965" y="235410"/>
                    <a:pt x="342915" y="243030"/>
                    <a:pt x="314975" y="246840"/>
                  </a:cubicBezTo>
                  <a:cubicBezTo>
                    <a:pt x="265445" y="253190"/>
                    <a:pt x="142255" y="236680"/>
                    <a:pt x="100345" y="225250"/>
                  </a:cubicBezTo>
                  <a:cubicBezTo>
                    <a:pt x="80025" y="220170"/>
                    <a:pt x="71135" y="216360"/>
                    <a:pt x="59705" y="207470"/>
                  </a:cubicBezTo>
                  <a:cubicBezTo>
                    <a:pt x="48275" y="198580"/>
                    <a:pt x="38115" y="187150"/>
                    <a:pt x="33035" y="173180"/>
                  </a:cubicBezTo>
                  <a:cubicBezTo>
                    <a:pt x="25415" y="156670"/>
                    <a:pt x="22875" y="128730"/>
                    <a:pt x="27955" y="108410"/>
                  </a:cubicBezTo>
                  <a:cubicBezTo>
                    <a:pt x="34305" y="89360"/>
                    <a:pt x="50815" y="67770"/>
                    <a:pt x="67325" y="57610"/>
                  </a:cubicBezTo>
                  <a:cubicBezTo>
                    <a:pt x="85105" y="47450"/>
                    <a:pt x="130825" y="46180"/>
                    <a:pt x="130825" y="46180"/>
                  </a:cubicBezTo>
                </a:path>
              </a:pathLst>
            </a:custGeom>
            <a:solidFill>
              <a:srgbClr val="E9F3F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195145" y="2508697"/>
            <a:ext cx="45303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  <a:spcBef>
                <a:spcPct val="0"/>
              </a:spcBef>
            </a:pPr>
            <a:r>
              <a:rPr lang="en-US" b="true" sz="112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Offline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106400" y="9532144"/>
            <a:ext cx="4267200" cy="547688"/>
            <a:chOff x="0" y="0"/>
            <a:chExt cx="5689600" cy="730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540007" y="7638274"/>
            <a:ext cx="1286768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4"/>
              </a:lnSpc>
              <a:spcBef>
                <a:spcPct val="0"/>
              </a:spcBef>
            </a:pPr>
            <a:r>
              <a:rPr lang="en-US" sz="1120" u="sng">
                <a:solidFill>
                  <a:srgbClr val="232C4A"/>
                </a:solidFill>
                <a:latin typeface="Arial"/>
                <a:ea typeface="Arial"/>
                <a:cs typeface="Arial"/>
                <a:sym typeface="Arial"/>
              </a:rPr>
              <a:t>Offline AI assistance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7257" y="-5825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68481" y="57729"/>
            <a:ext cx="1915887" cy="1249101"/>
            <a:chOff x="0" y="0"/>
            <a:chExt cx="2554516" cy="1665468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54516" cy="17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0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GeoGuardians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520854" y="7313363"/>
            <a:ext cx="2169674" cy="330069"/>
          </a:xfrm>
          <a:custGeom>
            <a:avLst/>
            <a:gdLst/>
            <a:ahLst/>
            <a:cxnLst/>
            <a:rect r="r" b="b" t="t" l="l"/>
            <a:pathLst>
              <a:path h="330069" w="2169674">
                <a:moveTo>
                  <a:pt x="0" y="0"/>
                </a:moveTo>
                <a:lnTo>
                  <a:pt x="2169674" y="0"/>
                </a:lnTo>
                <a:lnTo>
                  <a:pt x="2169674" y="330069"/>
                </a:lnTo>
                <a:lnTo>
                  <a:pt x="0" y="330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2" r="0" b="-19869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690528" y="7275263"/>
            <a:ext cx="2380471" cy="308199"/>
          </a:xfrm>
          <a:custGeom>
            <a:avLst/>
            <a:gdLst/>
            <a:ahLst/>
            <a:cxnLst/>
            <a:rect r="r" b="b" t="t" l="l"/>
            <a:pathLst>
              <a:path h="308199" w="2380471">
                <a:moveTo>
                  <a:pt x="0" y="0"/>
                </a:moveTo>
                <a:lnTo>
                  <a:pt x="2380471" y="0"/>
                </a:lnTo>
                <a:lnTo>
                  <a:pt x="2380471" y="308199"/>
                </a:lnTo>
                <a:lnTo>
                  <a:pt x="0" y="30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918" r="0" b="-11829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55387" y="7265738"/>
            <a:ext cx="2262141" cy="308199"/>
          </a:xfrm>
          <a:custGeom>
            <a:avLst/>
            <a:gdLst/>
            <a:ahLst/>
            <a:cxnLst/>
            <a:rect r="r" b="b" t="t" l="l"/>
            <a:pathLst>
              <a:path h="308199" w="2262141">
                <a:moveTo>
                  <a:pt x="0" y="0"/>
                </a:moveTo>
                <a:lnTo>
                  <a:pt x="2262141" y="0"/>
                </a:lnTo>
                <a:lnTo>
                  <a:pt x="2262141" y="308199"/>
                </a:lnTo>
                <a:lnTo>
                  <a:pt x="0" y="30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9606" r="0" b="-6999"/>
            </a:stretch>
          </a:blipFill>
        </p:spPr>
      </p:sp>
      <p:sp>
        <p:nvSpPr>
          <p:cNvPr name="AutoShape 18" id="18"/>
          <p:cNvSpPr/>
          <p:nvPr/>
        </p:nvSpPr>
        <p:spPr>
          <a:xfrm flipV="true">
            <a:off x="18044903" y="1798320"/>
            <a:ext cx="0" cy="53381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1673806" y="1549982"/>
            <a:ext cx="0" cy="54555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926128" y="8895398"/>
            <a:ext cx="208597" cy="208597"/>
            <a:chOff x="0" y="0"/>
            <a:chExt cx="278130" cy="278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49479"/>
              <a:ext cx="173990" cy="177851"/>
            </a:xfrm>
            <a:custGeom>
              <a:avLst/>
              <a:gdLst/>
              <a:ahLst/>
              <a:cxnLst/>
              <a:rect r="r" b="b" t="t" l="l"/>
              <a:pathLst>
                <a:path h="177851" w="173990">
                  <a:moveTo>
                    <a:pt x="173990" y="62281"/>
                  </a:moveTo>
                  <a:cubicBezTo>
                    <a:pt x="173990" y="118161"/>
                    <a:pt x="167640" y="132131"/>
                    <a:pt x="158750" y="143561"/>
                  </a:cubicBezTo>
                  <a:cubicBezTo>
                    <a:pt x="149860" y="154991"/>
                    <a:pt x="138430" y="163881"/>
                    <a:pt x="125730" y="170231"/>
                  </a:cubicBezTo>
                  <a:cubicBezTo>
                    <a:pt x="113030" y="175311"/>
                    <a:pt x="97790" y="177851"/>
                    <a:pt x="83820" y="177851"/>
                  </a:cubicBezTo>
                  <a:cubicBezTo>
                    <a:pt x="69850" y="176581"/>
                    <a:pt x="54610" y="171501"/>
                    <a:pt x="43180" y="165151"/>
                  </a:cubicBezTo>
                  <a:cubicBezTo>
                    <a:pt x="31750" y="157531"/>
                    <a:pt x="20320" y="146101"/>
                    <a:pt x="12700" y="134671"/>
                  </a:cubicBezTo>
                  <a:cubicBezTo>
                    <a:pt x="6350" y="123241"/>
                    <a:pt x="1270" y="108001"/>
                    <a:pt x="0" y="94031"/>
                  </a:cubicBezTo>
                  <a:cubicBezTo>
                    <a:pt x="0" y="80061"/>
                    <a:pt x="2540" y="64821"/>
                    <a:pt x="7620" y="52121"/>
                  </a:cubicBezTo>
                  <a:cubicBezTo>
                    <a:pt x="13970" y="39421"/>
                    <a:pt x="22860" y="26721"/>
                    <a:pt x="34290" y="19101"/>
                  </a:cubicBezTo>
                  <a:cubicBezTo>
                    <a:pt x="44450" y="10211"/>
                    <a:pt x="59690" y="3861"/>
                    <a:pt x="72390" y="1321"/>
                  </a:cubicBezTo>
                  <a:cubicBezTo>
                    <a:pt x="86360" y="-1219"/>
                    <a:pt x="102870" y="51"/>
                    <a:pt x="115570" y="3861"/>
                  </a:cubicBezTo>
                  <a:cubicBezTo>
                    <a:pt x="128270" y="7671"/>
                    <a:pt x="152400" y="25451"/>
                    <a:pt x="152400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26128" y="8895398"/>
            <a:ext cx="208597" cy="208597"/>
            <a:chOff x="0" y="0"/>
            <a:chExt cx="278130" cy="2781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800" y="49479"/>
              <a:ext cx="173990" cy="177851"/>
            </a:xfrm>
            <a:custGeom>
              <a:avLst/>
              <a:gdLst/>
              <a:ahLst/>
              <a:cxnLst/>
              <a:rect r="r" b="b" t="t" l="l"/>
              <a:pathLst>
                <a:path h="177851" w="173990">
                  <a:moveTo>
                    <a:pt x="173990" y="62281"/>
                  </a:moveTo>
                  <a:cubicBezTo>
                    <a:pt x="173990" y="118161"/>
                    <a:pt x="167640" y="132131"/>
                    <a:pt x="158750" y="143561"/>
                  </a:cubicBezTo>
                  <a:cubicBezTo>
                    <a:pt x="149860" y="154991"/>
                    <a:pt x="138430" y="163881"/>
                    <a:pt x="125730" y="170231"/>
                  </a:cubicBezTo>
                  <a:cubicBezTo>
                    <a:pt x="113030" y="175311"/>
                    <a:pt x="97790" y="177851"/>
                    <a:pt x="83820" y="177851"/>
                  </a:cubicBezTo>
                  <a:cubicBezTo>
                    <a:pt x="69850" y="176581"/>
                    <a:pt x="54610" y="171501"/>
                    <a:pt x="43180" y="165151"/>
                  </a:cubicBezTo>
                  <a:cubicBezTo>
                    <a:pt x="31750" y="157531"/>
                    <a:pt x="20320" y="146101"/>
                    <a:pt x="12700" y="134671"/>
                  </a:cubicBezTo>
                  <a:cubicBezTo>
                    <a:pt x="6350" y="123241"/>
                    <a:pt x="1270" y="108001"/>
                    <a:pt x="0" y="94031"/>
                  </a:cubicBezTo>
                  <a:cubicBezTo>
                    <a:pt x="0" y="80061"/>
                    <a:pt x="2540" y="64821"/>
                    <a:pt x="7620" y="52121"/>
                  </a:cubicBezTo>
                  <a:cubicBezTo>
                    <a:pt x="13970" y="39421"/>
                    <a:pt x="22860" y="26721"/>
                    <a:pt x="34290" y="19101"/>
                  </a:cubicBezTo>
                  <a:cubicBezTo>
                    <a:pt x="44450" y="10211"/>
                    <a:pt x="59690" y="3861"/>
                    <a:pt x="72390" y="1321"/>
                  </a:cubicBezTo>
                  <a:cubicBezTo>
                    <a:pt x="86360" y="-1219"/>
                    <a:pt x="102870" y="51"/>
                    <a:pt x="115570" y="3861"/>
                  </a:cubicBezTo>
                  <a:cubicBezTo>
                    <a:pt x="128270" y="7671"/>
                    <a:pt x="152400" y="25451"/>
                    <a:pt x="152400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927080" y="8894445"/>
            <a:ext cx="222885" cy="223838"/>
            <a:chOff x="0" y="0"/>
            <a:chExt cx="297180" cy="298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132" y="50004"/>
              <a:ext cx="197584" cy="196702"/>
            </a:xfrm>
            <a:custGeom>
              <a:avLst/>
              <a:gdLst/>
              <a:ahLst/>
              <a:cxnLst/>
              <a:rect r="r" b="b" t="t" l="l"/>
              <a:pathLst>
                <a:path h="196702" w="197584">
                  <a:moveTo>
                    <a:pt x="152798" y="26196"/>
                  </a:moveTo>
                  <a:cubicBezTo>
                    <a:pt x="195978" y="84616"/>
                    <a:pt x="201058" y="106206"/>
                    <a:pt x="195978" y="125256"/>
                  </a:cubicBezTo>
                  <a:cubicBezTo>
                    <a:pt x="189628" y="148116"/>
                    <a:pt x="166768" y="181136"/>
                    <a:pt x="143908" y="190026"/>
                  </a:cubicBezTo>
                  <a:cubicBezTo>
                    <a:pt x="121048" y="200186"/>
                    <a:pt x="80408" y="197646"/>
                    <a:pt x="60088" y="183676"/>
                  </a:cubicBezTo>
                  <a:cubicBezTo>
                    <a:pt x="38498" y="170976"/>
                    <a:pt x="19448" y="135416"/>
                    <a:pt x="18178" y="110016"/>
                  </a:cubicBezTo>
                  <a:cubicBezTo>
                    <a:pt x="16908" y="85886"/>
                    <a:pt x="35958" y="49056"/>
                    <a:pt x="55008" y="35086"/>
                  </a:cubicBezTo>
                  <a:cubicBezTo>
                    <a:pt x="75328" y="21116"/>
                    <a:pt x="115968" y="14766"/>
                    <a:pt x="138828" y="23656"/>
                  </a:cubicBezTo>
                  <a:cubicBezTo>
                    <a:pt x="161688" y="32546"/>
                    <a:pt x="189628" y="61756"/>
                    <a:pt x="194708" y="85886"/>
                  </a:cubicBezTo>
                  <a:cubicBezTo>
                    <a:pt x="201058" y="110016"/>
                    <a:pt x="188358" y="149386"/>
                    <a:pt x="174388" y="168436"/>
                  </a:cubicBezTo>
                  <a:cubicBezTo>
                    <a:pt x="162958" y="183676"/>
                    <a:pt x="143908" y="193836"/>
                    <a:pt x="124858" y="196376"/>
                  </a:cubicBezTo>
                  <a:cubicBezTo>
                    <a:pt x="101998" y="198916"/>
                    <a:pt x="65168" y="186216"/>
                    <a:pt x="44848" y="172246"/>
                  </a:cubicBezTo>
                  <a:cubicBezTo>
                    <a:pt x="25798" y="158276"/>
                    <a:pt x="10558" y="134146"/>
                    <a:pt x="4208" y="116366"/>
                  </a:cubicBezTo>
                  <a:cubicBezTo>
                    <a:pt x="-872" y="101126"/>
                    <a:pt x="-872" y="87156"/>
                    <a:pt x="1668" y="73186"/>
                  </a:cubicBezTo>
                  <a:cubicBezTo>
                    <a:pt x="4208" y="59216"/>
                    <a:pt x="10558" y="45246"/>
                    <a:pt x="19448" y="35086"/>
                  </a:cubicBezTo>
                  <a:cubicBezTo>
                    <a:pt x="27068" y="23656"/>
                    <a:pt x="39768" y="13496"/>
                    <a:pt x="52468" y="8416"/>
                  </a:cubicBezTo>
                  <a:cubicBezTo>
                    <a:pt x="65168" y="2066"/>
                    <a:pt x="80408" y="-1744"/>
                    <a:pt x="94378" y="796"/>
                  </a:cubicBezTo>
                  <a:cubicBezTo>
                    <a:pt x="113428" y="2066"/>
                    <a:pt x="152798" y="26196"/>
                    <a:pt x="152798" y="2619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93755" y="8972550"/>
            <a:ext cx="329565" cy="214312"/>
            <a:chOff x="0" y="0"/>
            <a:chExt cx="439420" cy="2857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610" y="50249"/>
              <a:ext cx="339082" cy="188678"/>
            </a:xfrm>
            <a:custGeom>
              <a:avLst/>
              <a:gdLst/>
              <a:ahLst/>
              <a:cxnLst/>
              <a:rect r="r" b="b" t="t" l="l"/>
              <a:pathLst>
                <a:path h="188678" w="339082">
                  <a:moveTo>
                    <a:pt x="89090" y="551"/>
                  </a:moveTo>
                  <a:cubicBezTo>
                    <a:pt x="301180" y="11981"/>
                    <a:pt x="315150" y="22141"/>
                    <a:pt x="325310" y="39921"/>
                  </a:cubicBezTo>
                  <a:cubicBezTo>
                    <a:pt x="336740" y="60241"/>
                    <a:pt x="341820" y="102151"/>
                    <a:pt x="334200" y="125011"/>
                  </a:cubicBezTo>
                  <a:cubicBezTo>
                    <a:pt x="329120" y="144061"/>
                    <a:pt x="312610" y="160571"/>
                    <a:pt x="296100" y="170731"/>
                  </a:cubicBezTo>
                  <a:cubicBezTo>
                    <a:pt x="280860" y="179621"/>
                    <a:pt x="258000" y="185971"/>
                    <a:pt x="238950" y="182161"/>
                  </a:cubicBezTo>
                  <a:cubicBezTo>
                    <a:pt x="216090" y="178351"/>
                    <a:pt x="179260" y="156761"/>
                    <a:pt x="167830" y="133901"/>
                  </a:cubicBezTo>
                  <a:cubicBezTo>
                    <a:pt x="156400" y="112311"/>
                    <a:pt x="156400" y="70401"/>
                    <a:pt x="167830" y="48811"/>
                  </a:cubicBezTo>
                  <a:cubicBezTo>
                    <a:pt x="179260" y="25951"/>
                    <a:pt x="213550" y="3091"/>
                    <a:pt x="238950" y="551"/>
                  </a:cubicBezTo>
                  <a:cubicBezTo>
                    <a:pt x="264350" y="-3259"/>
                    <a:pt x="302450" y="13251"/>
                    <a:pt x="318960" y="32301"/>
                  </a:cubicBezTo>
                  <a:cubicBezTo>
                    <a:pt x="335470" y="51351"/>
                    <a:pt x="341820" y="93261"/>
                    <a:pt x="338010" y="116121"/>
                  </a:cubicBezTo>
                  <a:cubicBezTo>
                    <a:pt x="334200" y="135171"/>
                    <a:pt x="318960" y="152951"/>
                    <a:pt x="304990" y="164381"/>
                  </a:cubicBezTo>
                  <a:cubicBezTo>
                    <a:pt x="289750" y="175811"/>
                    <a:pt x="273240" y="179621"/>
                    <a:pt x="249110" y="183431"/>
                  </a:cubicBezTo>
                  <a:cubicBezTo>
                    <a:pt x="205930" y="189781"/>
                    <a:pt x="109410" y="192321"/>
                    <a:pt x="67500" y="179621"/>
                  </a:cubicBezTo>
                  <a:cubicBezTo>
                    <a:pt x="43370" y="170731"/>
                    <a:pt x="26860" y="159301"/>
                    <a:pt x="15430" y="142791"/>
                  </a:cubicBezTo>
                  <a:cubicBezTo>
                    <a:pt x="4000" y="126281"/>
                    <a:pt x="-1080" y="98341"/>
                    <a:pt x="190" y="80561"/>
                  </a:cubicBezTo>
                  <a:cubicBezTo>
                    <a:pt x="190" y="65321"/>
                    <a:pt x="6540" y="51351"/>
                    <a:pt x="15430" y="39921"/>
                  </a:cubicBezTo>
                  <a:cubicBezTo>
                    <a:pt x="23050" y="28491"/>
                    <a:pt x="34480" y="18331"/>
                    <a:pt x="47180" y="11981"/>
                  </a:cubicBezTo>
                  <a:cubicBezTo>
                    <a:pt x="59880" y="4361"/>
                    <a:pt x="89090" y="551"/>
                    <a:pt x="89090" y="5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7386935" y="8883968"/>
            <a:ext cx="237172" cy="220980"/>
            <a:chOff x="0" y="0"/>
            <a:chExt cx="316230" cy="294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295" y="48098"/>
              <a:ext cx="216088" cy="194597"/>
            </a:xfrm>
            <a:custGeom>
              <a:avLst/>
              <a:gdLst/>
              <a:ahLst/>
              <a:cxnLst/>
              <a:rect r="r" b="b" t="t" l="l"/>
              <a:pathLst>
                <a:path h="194597" w="216088">
                  <a:moveTo>
                    <a:pt x="91945" y="186852"/>
                  </a:moveTo>
                  <a:cubicBezTo>
                    <a:pt x="13205" y="138592"/>
                    <a:pt x="-3305" y="101762"/>
                    <a:pt x="505" y="77632"/>
                  </a:cubicBezTo>
                  <a:cubicBezTo>
                    <a:pt x="3045" y="52232"/>
                    <a:pt x="27175" y="20482"/>
                    <a:pt x="48765" y="9052"/>
                  </a:cubicBezTo>
                  <a:cubicBezTo>
                    <a:pt x="71625" y="-2378"/>
                    <a:pt x="112265" y="-1108"/>
                    <a:pt x="133855" y="11592"/>
                  </a:cubicBezTo>
                  <a:cubicBezTo>
                    <a:pt x="155445" y="23022"/>
                    <a:pt x="177035" y="57312"/>
                    <a:pt x="179575" y="81442"/>
                  </a:cubicBezTo>
                  <a:cubicBezTo>
                    <a:pt x="180845" y="106842"/>
                    <a:pt x="165605" y="143672"/>
                    <a:pt x="145285" y="158912"/>
                  </a:cubicBezTo>
                  <a:cubicBezTo>
                    <a:pt x="126235" y="175422"/>
                    <a:pt x="86865" y="183042"/>
                    <a:pt x="62735" y="175422"/>
                  </a:cubicBezTo>
                  <a:cubicBezTo>
                    <a:pt x="38605" y="167802"/>
                    <a:pt x="10665" y="139862"/>
                    <a:pt x="3045" y="115732"/>
                  </a:cubicBezTo>
                  <a:cubicBezTo>
                    <a:pt x="-4575" y="91602"/>
                    <a:pt x="5585" y="52232"/>
                    <a:pt x="19555" y="33182"/>
                  </a:cubicBezTo>
                  <a:cubicBezTo>
                    <a:pt x="29715" y="16672"/>
                    <a:pt x="50035" y="6512"/>
                    <a:pt x="67815" y="2702"/>
                  </a:cubicBezTo>
                  <a:cubicBezTo>
                    <a:pt x="85595" y="-2378"/>
                    <a:pt x="105915" y="162"/>
                    <a:pt x="124965" y="6512"/>
                  </a:cubicBezTo>
                  <a:cubicBezTo>
                    <a:pt x="147825" y="14132"/>
                    <a:pt x="180845" y="33182"/>
                    <a:pt x="196085" y="48422"/>
                  </a:cubicBezTo>
                  <a:cubicBezTo>
                    <a:pt x="206245" y="61122"/>
                    <a:pt x="211325" y="73822"/>
                    <a:pt x="213865" y="87792"/>
                  </a:cubicBezTo>
                  <a:cubicBezTo>
                    <a:pt x="216405" y="101762"/>
                    <a:pt x="217675" y="115732"/>
                    <a:pt x="212595" y="130972"/>
                  </a:cubicBezTo>
                  <a:cubicBezTo>
                    <a:pt x="206245" y="147482"/>
                    <a:pt x="188465" y="170342"/>
                    <a:pt x="174495" y="180502"/>
                  </a:cubicBezTo>
                  <a:cubicBezTo>
                    <a:pt x="161795" y="189392"/>
                    <a:pt x="147825" y="193202"/>
                    <a:pt x="133855" y="194472"/>
                  </a:cubicBezTo>
                  <a:cubicBezTo>
                    <a:pt x="119885" y="195742"/>
                    <a:pt x="91945" y="186852"/>
                    <a:pt x="91945" y="18685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367885" y="1443038"/>
            <a:ext cx="297180" cy="546735"/>
            <a:chOff x="0" y="0"/>
            <a:chExt cx="396240" cy="7289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7955" y="50800"/>
              <a:ext cx="292874" cy="628176"/>
            </a:xfrm>
            <a:custGeom>
              <a:avLst/>
              <a:gdLst/>
              <a:ahLst/>
              <a:cxnLst/>
              <a:rect r="r" b="b" t="t" l="l"/>
              <a:pathLst>
                <a:path h="628176" w="292874">
                  <a:moveTo>
                    <a:pt x="279705" y="99060"/>
                  </a:moveTo>
                  <a:cubicBezTo>
                    <a:pt x="294945" y="508000"/>
                    <a:pt x="296215" y="529590"/>
                    <a:pt x="287325" y="553720"/>
                  </a:cubicBezTo>
                  <a:cubicBezTo>
                    <a:pt x="279705" y="575310"/>
                    <a:pt x="268275" y="596900"/>
                    <a:pt x="251765" y="609600"/>
                  </a:cubicBezTo>
                  <a:cubicBezTo>
                    <a:pt x="235255" y="621030"/>
                    <a:pt x="207315" y="627380"/>
                    <a:pt x="188265" y="627380"/>
                  </a:cubicBezTo>
                  <a:cubicBezTo>
                    <a:pt x="173025" y="627380"/>
                    <a:pt x="159055" y="621030"/>
                    <a:pt x="146355" y="613410"/>
                  </a:cubicBezTo>
                  <a:cubicBezTo>
                    <a:pt x="133655" y="605790"/>
                    <a:pt x="126035" y="596900"/>
                    <a:pt x="115875" y="581660"/>
                  </a:cubicBezTo>
                  <a:cubicBezTo>
                    <a:pt x="93015" y="547370"/>
                    <a:pt x="58725" y="472440"/>
                    <a:pt x="40945" y="411480"/>
                  </a:cubicBezTo>
                  <a:cubicBezTo>
                    <a:pt x="20625" y="346710"/>
                    <a:pt x="9195" y="261620"/>
                    <a:pt x="4115" y="204470"/>
                  </a:cubicBezTo>
                  <a:cubicBezTo>
                    <a:pt x="305" y="163830"/>
                    <a:pt x="-2235" y="128270"/>
                    <a:pt x="2845" y="99060"/>
                  </a:cubicBezTo>
                  <a:cubicBezTo>
                    <a:pt x="6655" y="76200"/>
                    <a:pt x="13005" y="53340"/>
                    <a:pt x="23165" y="39370"/>
                  </a:cubicBezTo>
                  <a:cubicBezTo>
                    <a:pt x="29515" y="29210"/>
                    <a:pt x="35865" y="22860"/>
                    <a:pt x="46025" y="17780"/>
                  </a:cubicBezTo>
                  <a:cubicBezTo>
                    <a:pt x="59995" y="8890"/>
                    <a:pt x="86665" y="0"/>
                    <a:pt x="106985" y="0"/>
                  </a:cubicBezTo>
                  <a:cubicBezTo>
                    <a:pt x="126035" y="1270"/>
                    <a:pt x="151435" y="13970"/>
                    <a:pt x="165405" y="24130"/>
                  </a:cubicBezTo>
                  <a:cubicBezTo>
                    <a:pt x="174295" y="30480"/>
                    <a:pt x="180645" y="36830"/>
                    <a:pt x="185725" y="48260"/>
                  </a:cubicBezTo>
                  <a:cubicBezTo>
                    <a:pt x="193345" y="63500"/>
                    <a:pt x="200965" y="90170"/>
                    <a:pt x="199695" y="109220"/>
                  </a:cubicBezTo>
                  <a:cubicBezTo>
                    <a:pt x="197155" y="129540"/>
                    <a:pt x="185725" y="152400"/>
                    <a:pt x="173025" y="166370"/>
                  </a:cubicBezTo>
                  <a:cubicBezTo>
                    <a:pt x="159055" y="181610"/>
                    <a:pt x="136195" y="193040"/>
                    <a:pt x="117145" y="195580"/>
                  </a:cubicBezTo>
                  <a:cubicBezTo>
                    <a:pt x="96825" y="199390"/>
                    <a:pt x="72695" y="195580"/>
                    <a:pt x="54915" y="185420"/>
                  </a:cubicBezTo>
                  <a:cubicBezTo>
                    <a:pt x="37135" y="176530"/>
                    <a:pt x="19355" y="154940"/>
                    <a:pt x="11735" y="140970"/>
                  </a:cubicBezTo>
                  <a:cubicBezTo>
                    <a:pt x="5385" y="129540"/>
                    <a:pt x="2845" y="121920"/>
                    <a:pt x="2845" y="109220"/>
                  </a:cubicBezTo>
                  <a:cubicBezTo>
                    <a:pt x="2845" y="92710"/>
                    <a:pt x="6655" y="64770"/>
                    <a:pt x="16815" y="48260"/>
                  </a:cubicBezTo>
                  <a:cubicBezTo>
                    <a:pt x="26975" y="30480"/>
                    <a:pt x="46025" y="15240"/>
                    <a:pt x="65075" y="7620"/>
                  </a:cubicBezTo>
                  <a:cubicBezTo>
                    <a:pt x="82855" y="0"/>
                    <a:pt x="108255" y="-1270"/>
                    <a:pt x="127305" y="3810"/>
                  </a:cubicBezTo>
                  <a:cubicBezTo>
                    <a:pt x="146355" y="8890"/>
                    <a:pt x="167945" y="26670"/>
                    <a:pt x="179375" y="39370"/>
                  </a:cubicBezTo>
                  <a:cubicBezTo>
                    <a:pt x="186995" y="48260"/>
                    <a:pt x="189535" y="52070"/>
                    <a:pt x="194615" y="67310"/>
                  </a:cubicBezTo>
                  <a:cubicBezTo>
                    <a:pt x="207315" y="111760"/>
                    <a:pt x="198425" y="259080"/>
                    <a:pt x="217475" y="341630"/>
                  </a:cubicBezTo>
                  <a:cubicBezTo>
                    <a:pt x="233985" y="411480"/>
                    <a:pt x="288595" y="485140"/>
                    <a:pt x="289865" y="530860"/>
                  </a:cubicBezTo>
                  <a:cubicBezTo>
                    <a:pt x="289865" y="557530"/>
                    <a:pt x="279705" y="577850"/>
                    <a:pt x="268275" y="593090"/>
                  </a:cubicBezTo>
                  <a:cubicBezTo>
                    <a:pt x="259385" y="605790"/>
                    <a:pt x="245415" y="614680"/>
                    <a:pt x="232715" y="619760"/>
                  </a:cubicBezTo>
                  <a:cubicBezTo>
                    <a:pt x="218745" y="626110"/>
                    <a:pt x="203505" y="629920"/>
                    <a:pt x="188265" y="627380"/>
                  </a:cubicBezTo>
                  <a:cubicBezTo>
                    <a:pt x="169215" y="624840"/>
                    <a:pt x="142545" y="613410"/>
                    <a:pt x="128575" y="599440"/>
                  </a:cubicBezTo>
                  <a:cubicBezTo>
                    <a:pt x="114605" y="584200"/>
                    <a:pt x="101905" y="554990"/>
                    <a:pt x="103175" y="538480"/>
                  </a:cubicBezTo>
                  <a:cubicBezTo>
                    <a:pt x="103175" y="527050"/>
                    <a:pt x="115875" y="524510"/>
                    <a:pt x="119685" y="509270"/>
                  </a:cubicBezTo>
                  <a:cubicBezTo>
                    <a:pt x="128575" y="467360"/>
                    <a:pt x="98095" y="337820"/>
                    <a:pt x="95555" y="260350"/>
                  </a:cubicBezTo>
                  <a:cubicBezTo>
                    <a:pt x="94285" y="194310"/>
                    <a:pt x="86665" y="118110"/>
                    <a:pt x="100635" y="77470"/>
                  </a:cubicBezTo>
                  <a:cubicBezTo>
                    <a:pt x="108255" y="52070"/>
                    <a:pt x="120955" y="35560"/>
                    <a:pt x="137465" y="24130"/>
                  </a:cubicBezTo>
                  <a:cubicBezTo>
                    <a:pt x="153975" y="12700"/>
                    <a:pt x="179375" y="6350"/>
                    <a:pt x="199695" y="8890"/>
                  </a:cubicBezTo>
                  <a:cubicBezTo>
                    <a:pt x="220015" y="11430"/>
                    <a:pt x="244145" y="24130"/>
                    <a:pt x="256845" y="38100"/>
                  </a:cubicBezTo>
                  <a:cubicBezTo>
                    <a:pt x="270815" y="53340"/>
                    <a:pt x="279705" y="99060"/>
                    <a:pt x="279705" y="990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860405" y="1505902"/>
            <a:ext cx="208597" cy="208597"/>
            <a:chOff x="0" y="0"/>
            <a:chExt cx="278130" cy="2781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554" y="49132"/>
              <a:ext cx="174236" cy="177246"/>
            </a:xfrm>
            <a:custGeom>
              <a:avLst/>
              <a:gdLst/>
              <a:ahLst/>
              <a:cxnLst/>
              <a:rect r="r" b="b" t="t" l="l"/>
              <a:pathLst>
                <a:path h="177246" w="174236">
                  <a:moveTo>
                    <a:pt x="174236" y="62628"/>
                  </a:moveTo>
                  <a:cubicBezTo>
                    <a:pt x="174236" y="118508"/>
                    <a:pt x="167886" y="132478"/>
                    <a:pt x="158996" y="143908"/>
                  </a:cubicBezTo>
                  <a:cubicBezTo>
                    <a:pt x="150106" y="154068"/>
                    <a:pt x="138676" y="164228"/>
                    <a:pt x="125976" y="169308"/>
                  </a:cubicBezTo>
                  <a:cubicBezTo>
                    <a:pt x="113276" y="175658"/>
                    <a:pt x="98036" y="178198"/>
                    <a:pt x="84066" y="176928"/>
                  </a:cubicBezTo>
                  <a:cubicBezTo>
                    <a:pt x="70096" y="176928"/>
                    <a:pt x="54856" y="171848"/>
                    <a:pt x="43426" y="164228"/>
                  </a:cubicBezTo>
                  <a:cubicBezTo>
                    <a:pt x="30726" y="157878"/>
                    <a:pt x="20566" y="146448"/>
                    <a:pt x="12946" y="135018"/>
                  </a:cubicBezTo>
                  <a:cubicBezTo>
                    <a:pt x="5326" y="122318"/>
                    <a:pt x="1516" y="107078"/>
                    <a:pt x="246" y="94378"/>
                  </a:cubicBezTo>
                  <a:cubicBezTo>
                    <a:pt x="-1024" y="80408"/>
                    <a:pt x="2786" y="65168"/>
                    <a:pt x="7866" y="52468"/>
                  </a:cubicBezTo>
                  <a:cubicBezTo>
                    <a:pt x="14216" y="39768"/>
                    <a:pt x="23106" y="27068"/>
                    <a:pt x="34536" y="18178"/>
                  </a:cubicBezTo>
                  <a:cubicBezTo>
                    <a:pt x="44696" y="10558"/>
                    <a:pt x="59936" y="4208"/>
                    <a:pt x="72636" y="1668"/>
                  </a:cubicBezTo>
                  <a:cubicBezTo>
                    <a:pt x="86606" y="-872"/>
                    <a:pt x="101846" y="-872"/>
                    <a:pt x="115816" y="4208"/>
                  </a:cubicBezTo>
                  <a:cubicBezTo>
                    <a:pt x="128516" y="8018"/>
                    <a:pt x="151376" y="25798"/>
                    <a:pt x="151376" y="257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859452" y="1503045"/>
            <a:ext cx="327660" cy="224790"/>
            <a:chOff x="0" y="0"/>
            <a:chExt cx="436880" cy="299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357" y="50800"/>
              <a:ext cx="338968" cy="198895"/>
            </a:xfrm>
            <a:custGeom>
              <a:avLst/>
              <a:gdLst/>
              <a:ahLst/>
              <a:cxnLst/>
              <a:rect r="r" b="b" t="t" l="l"/>
              <a:pathLst>
                <a:path h="198895" w="338968">
                  <a:moveTo>
                    <a:pt x="90613" y="0"/>
                  </a:moveTo>
                  <a:cubicBezTo>
                    <a:pt x="307783" y="33020"/>
                    <a:pt x="321753" y="44450"/>
                    <a:pt x="329373" y="62230"/>
                  </a:cubicBezTo>
                  <a:cubicBezTo>
                    <a:pt x="339533" y="83820"/>
                    <a:pt x="340803" y="125730"/>
                    <a:pt x="331913" y="147320"/>
                  </a:cubicBezTo>
                  <a:cubicBezTo>
                    <a:pt x="324293" y="165100"/>
                    <a:pt x="307783" y="180340"/>
                    <a:pt x="291273" y="189230"/>
                  </a:cubicBezTo>
                  <a:cubicBezTo>
                    <a:pt x="274763" y="196850"/>
                    <a:pt x="251903" y="201930"/>
                    <a:pt x="232853" y="196850"/>
                  </a:cubicBezTo>
                  <a:cubicBezTo>
                    <a:pt x="209993" y="190500"/>
                    <a:pt x="175703" y="166370"/>
                    <a:pt x="165543" y="142240"/>
                  </a:cubicBezTo>
                  <a:cubicBezTo>
                    <a:pt x="156653" y="119380"/>
                    <a:pt x="159193" y="78740"/>
                    <a:pt x="173163" y="57150"/>
                  </a:cubicBezTo>
                  <a:cubicBezTo>
                    <a:pt x="187133" y="35560"/>
                    <a:pt x="222693" y="15240"/>
                    <a:pt x="248093" y="15240"/>
                  </a:cubicBezTo>
                  <a:cubicBezTo>
                    <a:pt x="273493" y="13970"/>
                    <a:pt x="310323" y="33020"/>
                    <a:pt x="324293" y="53340"/>
                  </a:cubicBezTo>
                  <a:cubicBezTo>
                    <a:pt x="339533" y="73660"/>
                    <a:pt x="342073" y="115570"/>
                    <a:pt x="335723" y="138430"/>
                  </a:cubicBezTo>
                  <a:cubicBezTo>
                    <a:pt x="330643" y="157480"/>
                    <a:pt x="315403" y="173990"/>
                    <a:pt x="298893" y="184150"/>
                  </a:cubicBezTo>
                  <a:cubicBezTo>
                    <a:pt x="283653" y="194310"/>
                    <a:pt x="267143" y="196850"/>
                    <a:pt x="243013" y="198120"/>
                  </a:cubicBezTo>
                  <a:cubicBezTo>
                    <a:pt x="201103" y="200660"/>
                    <a:pt x="108393" y="193040"/>
                    <a:pt x="69023" y="177800"/>
                  </a:cubicBezTo>
                  <a:cubicBezTo>
                    <a:pt x="44893" y="168910"/>
                    <a:pt x="27113" y="156210"/>
                    <a:pt x="16953" y="142240"/>
                  </a:cubicBezTo>
                  <a:cubicBezTo>
                    <a:pt x="6793" y="129540"/>
                    <a:pt x="2983" y="115570"/>
                    <a:pt x="443" y="101600"/>
                  </a:cubicBezTo>
                  <a:cubicBezTo>
                    <a:pt x="-827" y="87630"/>
                    <a:pt x="443" y="72390"/>
                    <a:pt x="6793" y="58420"/>
                  </a:cubicBezTo>
                  <a:cubicBezTo>
                    <a:pt x="14413" y="41910"/>
                    <a:pt x="33463" y="20320"/>
                    <a:pt x="48703" y="11430"/>
                  </a:cubicBezTo>
                  <a:cubicBezTo>
                    <a:pt x="61403" y="2540"/>
                    <a:pt x="90613" y="0"/>
                    <a:pt x="90613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113770" y="1437323"/>
            <a:ext cx="208597" cy="208597"/>
            <a:chOff x="0" y="0"/>
            <a:chExt cx="278130" cy="2781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554" y="49479"/>
              <a:ext cx="174236" cy="178169"/>
            </a:xfrm>
            <a:custGeom>
              <a:avLst/>
              <a:gdLst/>
              <a:ahLst/>
              <a:cxnLst/>
              <a:rect r="r" b="b" t="t" l="l"/>
              <a:pathLst>
                <a:path h="178169" w="174236">
                  <a:moveTo>
                    <a:pt x="174236" y="62281"/>
                  </a:moveTo>
                  <a:cubicBezTo>
                    <a:pt x="174236" y="119431"/>
                    <a:pt x="167886" y="133401"/>
                    <a:pt x="158996" y="143561"/>
                  </a:cubicBezTo>
                  <a:cubicBezTo>
                    <a:pt x="150106" y="154991"/>
                    <a:pt x="137406" y="165151"/>
                    <a:pt x="125976" y="170231"/>
                  </a:cubicBezTo>
                  <a:cubicBezTo>
                    <a:pt x="113276" y="176581"/>
                    <a:pt x="96766" y="179121"/>
                    <a:pt x="84066" y="177851"/>
                  </a:cubicBezTo>
                  <a:cubicBezTo>
                    <a:pt x="70096" y="176581"/>
                    <a:pt x="54856" y="172771"/>
                    <a:pt x="43426" y="165151"/>
                  </a:cubicBezTo>
                  <a:cubicBezTo>
                    <a:pt x="30726" y="158801"/>
                    <a:pt x="20566" y="147371"/>
                    <a:pt x="12946" y="134671"/>
                  </a:cubicBezTo>
                  <a:cubicBezTo>
                    <a:pt x="5326" y="123241"/>
                    <a:pt x="1516" y="108001"/>
                    <a:pt x="246" y="94031"/>
                  </a:cubicBezTo>
                  <a:cubicBezTo>
                    <a:pt x="-1024" y="81331"/>
                    <a:pt x="2786" y="64821"/>
                    <a:pt x="7866" y="53391"/>
                  </a:cubicBezTo>
                  <a:cubicBezTo>
                    <a:pt x="12946" y="40691"/>
                    <a:pt x="23106" y="27991"/>
                    <a:pt x="34536" y="19101"/>
                  </a:cubicBezTo>
                  <a:cubicBezTo>
                    <a:pt x="44696" y="10211"/>
                    <a:pt x="59936" y="3861"/>
                    <a:pt x="72636" y="1321"/>
                  </a:cubicBezTo>
                  <a:cubicBezTo>
                    <a:pt x="86606" y="-1219"/>
                    <a:pt x="101846" y="51"/>
                    <a:pt x="115816" y="3861"/>
                  </a:cubicBezTo>
                  <a:cubicBezTo>
                    <a:pt x="128516" y="8941"/>
                    <a:pt x="151376" y="26721"/>
                    <a:pt x="151376" y="267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1673806" y="1752776"/>
            <a:ext cx="6357713" cy="5482658"/>
          </a:xfrm>
          <a:custGeom>
            <a:avLst/>
            <a:gdLst/>
            <a:ahLst/>
            <a:cxnLst/>
            <a:rect r="r" b="b" t="t" l="l"/>
            <a:pathLst>
              <a:path h="5482658" w="6357713">
                <a:moveTo>
                  <a:pt x="0" y="0"/>
                </a:moveTo>
                <a:lnTo>
                  <a:pt x="6357713" y="0"/>
                </a:lnTo>
                <a:lnTo>
                  <a:pt x="6357713" y="5482658"/>
                </a:lnTo>
                <a:lnTo>
                  <a:pt x="0" y="5482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6" t="0" r="0" b="-1863"/>
            </a:stretch>
          </a:blipFill>
        </p:spPr>
      </p:sp>
      <p:sp>
        <p:nvSpPr>
          <p:cNvPr name="Freeform 39" id="39">
            <a:hlinkClick r:id="rId8" tooltip="https://github.com/arpith20/Disaster-Management-Using-Crowdsourcing"/>
          </p:cNvPr>
          <p:cNvSpPr/>
          <p:nvPr/>
        </p:nvSpPr>
        <p:spPr>
          <a:xfrm flipH="false" flipV="false" rot="0">
            <a:off x="0" y="4600279"/>
            <a:ext cx="4428912" cy="4519298"/>
          </a:xfrm>
          <a:custGeom>
            <a:avLst/>
            <a:gdLst/>
            <a:ahLst/>
            <a:cxnLst/>
            <a:rect r="r" b="b" t="t" l="l"/>
            <a:pathLst>
              <a:path h="4519298" w="4428912">
                <a:moveTo>
                  <a:pt x="0" y="0"/>
                </a:moveTo>
                <a:lnTo>
                  <a:pt x="4428912" y="0"/>
                </a:lnTo>
                <a:lnTo>
                  <a:pt x="4428912" y="4519297"/>
                </a:lnTo>
                <a:lnTo>
                  <a:pt x="0" y="45192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40" id="40"/>
          <p:cNvSpPr/>
          <p:nvPr/>
        </p:nvSpPr>
        <p:spPr>
          <a:xfrm flipH="true">
            <a:off x="11825195" y="7117460"/>
            <a:ext cx="6219676" cy="6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0397490" y="1540192"/>
            <a:ext cx="208597" cy="208597"/>
            <a:chOff x="0" y="0"/>
            <a:chExt cx="278130" cy="2781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554" y="49132"/>
              <a:ext cx="174236" cy="177246"/>
            </a:xfrm>
            <a:custGeom>
              <a:avLst/>
              <a:gdLst/>
              <a:ahLst/>
              <a:cxnLst/>
              <a:rect r="r" b="b" t="t" l="l"/>
              <a:pathLst>
                <a:path h="177246" w="174236">
                  <a:moveTo>
                    <a:pt x="174236" y="62628"/>
                  </a:moveTo>
                  <a:cubicBezTo>
                    <a:pt x="174236" y="118508"/>
                    <a:pt x="167886" y="132478"/>
                    <a:pt x="158996" y="143908"/>
                  </a:cubicBezTo>
                  <a:cubicBezTo>
                    <a:pt x="150106" y="154068"/>
                    <a:pt x="138676" y="164228"/>
                    <a:pt x="125976" y="169308"/>
                  </a:cubicBezTo>
                  <a:cubicBezTo>
                    <a:pt x="113276" y="175658"/>
                    <a:pt x="96766" y="178198"/>
                    <a:pt x="84066" y="176928"/>
                  </a:cubicBezTo>
                  <a:cubicBezTo>
                    <a:pt x="70096" y="176928"/>
                    <a:pt x="54856" y="171848"/>
                    <a:pt x="43426" y="164228"/>
                  </a:cubicBezTo>
                  <a:cubicBezTo>
                    <a:pt x="30726" y="157878"/>
                    <a:pt x="20566" y="146448"/>
                    <a:pt x="12946" y="135018"/>
                  </a:cubicBezTo>
                  <a:cubicBezTo>
                    <a:pt x="5326" y="122318"/>
                    <a:pt x="1516" y="108348"/>
                    <a:pt x="246" y="94378"/>
                  </a:cubicBezTo>
                  <a:cubicBezTo>
                    <a:pt x="-1024" y="80408"/>
                    <a:pt x="2786" y="65168"/>
                    <a:pt x="7866" y="52468"/>
                  </a:cubicBezTo>
                  <a:cubicBezTo>
                    <a:pt x="14216" y="39768"/>
                    <a:pt x="23106" y="27068"/>
                    <a:pt x="34536" y="18178"/>
                  </a:cubicBezTo>
                  <a:cubicBezTo>
                    <a:pt x="44696" y="10558"/>
                    <a:pt x="59936" y="4208"/>
                    <a:pt x="72636" y="1668"/>
                  </a:cubicBezTo>
                  <a:cubicBezTo>
                    <a:pt x="86606" y="-872"/>
                    <a:pt x="101846" y="-872"/>
                    <a:pt x="115816" y="4208"/>
                  </a:cubicBezTo>
                  <a:cubicBezTo>
                    <a:pt x="128516" y="8018"/>
                    <a:pt x="151376" y="25798"/>
                    <a:pt x="151376" y="257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395585" y="1306830"/>
            <a:ext cx="456247" cy="656272"/>
            <a:chOff x="0" y="0"/>
            <a:chExt cx="608330" cy="8750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9198" y="50800"/>
              <a:ext cx="507364" cy="777165"/>
            </a:xfrm>
            <a:custGeom>
              <a:avLst/>
              <a:gdLst/>
              <a:ahLst/>
              <a:cxnLst/>
              <a:rect r="r" b="b" t="t" l="l"/>
              <a:pathLst>
                <a:path h="777165" w="507364">
                  <a:moveTo>
                    <a:pt x="184482" y="397510"/>
                  </a:moveTo>
                  <a:cubicBezTo>
                    <a:pt x="187022" y="676910"/>
                    <a:pt x="128602" y="636270"/>
                    <a:pt x="104472" y="610870"/>
                  </a:cubicBezTo>
                  <a:cubicBezTo>
                    <a:pt x="81612" y="588010"/>
                    <a:pt x="73992" y="556260"/>
                    <a:pt x="61292" y="525780"/>
                  </a:cubicBezTo>
                  <a:cubicBezTo>
                    <a:pt x="48592" y="492760"/>
                    <a:pt x="34622" y="454660"/>
                    <a:pt x="29542" y="420370"/>
                  </a:cubicBezTo>
                  <a:cubicBezTo>
                    <a:pt x="24462" y="388620"/>
                    <a:pt x="27002" y="356870"/>
                    <a:pt x="27002" y="325120"/>
                  </a:cubicBezTo>
                  <a:cubicBezTo>
                    <a:pt x="25732" y="293370"/>
                    <a:pt x="21922" y="260350"/>
                    <a:pt x="25732" y="228600"/>
                  </a:cubicBezTo>
                  <a:cubicBezTo>
                    <a:pt x="30812" y="195580"/>
                    <a:pt x="32082" y="156210"/>
                    <a:pt x="53672" y="132080"/>
                  </a:cubicBezTo>
                  <a:cubicBezTo>
                    <a:pt x="81612" y="101600"/>
                    <a:pt x="151462" y="72390"/>
                    <a:pt x="193372" y="76200"/>
                  </a:cubicBezTo>
                  <a:cubicBezTo>
                    <a:pt x="230202" y="80010"/>
                    <a:pt x="261952" y="115570"/>
                    <a:pt x="293702" y="142240"/>
                  </a:cubicBezTo>
                  <a:cubicBezTo>
                    <a:pt x="329262" y="172720"/>
                    <a:pt x="368632" y="218440"/>
                    <a:pt x="394032" y="255270"/>
                  </a:cubicBezTo>
                  <a:cubicBezTo>
                    <a:pt x="415622" y="285750"/>
                    <a:pt x="432132" y="313690"/>
                    <a:pt x="441022" y="345440"/>
                  </a:cubicBezTo>
                  <a:cubicBezTo>
                    <a:pt x="451182" y="379730"/>
                    <a:pt x="465152" y="430530"/>
                    <a:pt x="449912" y="457200"/>
                  </a:cubicBezTo>
                  <a:cubicBezTo>
                    <a:pt x="434672" y="485140"/>
                    <a:pt x="378792" y="508000"/>
                    <a:pt x="344502" y="508000"/>
                  </a:cubicBezTo>
                  <a:cubicBezTo>
                    <a:pt x="310212" y="508000"/>
                    <a:pt x="267032" y="478790"/>
                    <a:pt x="241632" y="454660"/>
                  </a:cubicBezTo>
                  <a:cubicBezTo>
                    <a:pt x="220042" y="433070"/>
                    <a:pt x="209882" y="403860"/>
                    <a:pt x="198452" y="374650"/>
                  </a:cubicBezTo>
                  <a:cubicBezTo>
                    <a:pt x="187022" y="342900"/>
                    <a:pt x="179402" y="308610"/>
                    <a:pt x="178132" y="269240"/>
                  </a:cubicBezTo>
                  <a:cubicBezTo>
                    <a:pt x="176862" y="220980"/>
                    <a:pt x="171782" y="149860"/>
                    <a:pt x="197182" y="106680"/>
                  </a:cubicBezTo>
                  <a:cubicBezTo>
                    <a:pt x="221312" y="66040"/>
                    <a:pt x="287352" y="33020"/>
                    <a:pt x="324182" y="16510"/>
                  </a:cubicBezTo>
                  <a:cubicBezTo>
                    <a:pt x="347042" y="6350"/>
                    <a:pt x="364822" y="3810"/>
                    <a:pt x="385142" y="2540"/>
                  </a:cubicBezTo>
                  <a:cubicBezTo>
                    <a:pt x="406732" y="1270"/>
                    <a:pt x="430862" y="1270"/>
                    <a:pt x="449912" y="10160"/>
                  </a:cubicBezTo>
                  <a:cubicBezTo>
                    <a:pt x="467692" y="19050"/>
                    <a:pt x="486742" y="39370"/>
                    <a:pt x="495632" y="54610"/>
                  </a:cubicBezTo>
                  <a:cubicBezTo>
                    <a:pt x="503252" y="64770"/>
                    <a:pt x="505792" y="73660"/>
                    <a:pt x="507062" y="85090"/>
                  </a:cubicBezTo>
                  <a:cubicBezTo>
                    <a:pt x="508332" y="102870"/>
                    <a:pt x="505792" y="130810"/>
                    <a:pt x="495632" y="149860"/>
                  </a:cubicBezTo>
                  <a:cubicBezTo>
                    <a:pt x="486742" y="167640"/>
                    <a:pt x="467692" y="185420"/>
                    <a:pt x="448642" y="193040"/>
                  </a:cubicBezTo>
                  <a:cubicBezTo>
                    <a:pt x="430862" y="201930"/>
                    <a:pt x="401652" y="203200"/>
                    <a:pt x="385142" y="200660"/>
                  </a:cubicBezTo>
                  <a:cubicBezTo>
                    <a:pt x="372442" y="198120"/>
                    <a:pt x="364822" y="195580"/>
                    <a:pt x="354662" y="187960"/>
                  </a:cubicBezTo>
                  <a:cubicBezTo>
                    <a:pt x="340692" y="177800"/>
                    <a:pt x="320372" y="154940"/>
                    <a:pt x="312752" y="138430"/>
                  </a:cubicBezTo>
                  <a:cubicBezTo>
                    <a:pt x="307672" y="128270"/>
                    <a:pt x="305132" y="119380"/>
                    <a:pt x="305132" y="106680"/>
                  </a:cubicBezTo>
                  <a:cubicBezTo>
                    <a:pt x="306402" y="88900"/>
                    <a:pt x="314022" y="59690"/>
                    <a:pt x="322912" y="44450"/>
                  </a:cubicBezTo>
                  <a:cubicBezTo>
                    <a:pt x="329262" y="34290"/>
                    <a:pt x="335612" y="27940"/>
                    <a:pt x="345772" y="21590"/>
                  </a:cubicBezTo>
                  <a:cubicBezTo>
                    <a:pt x="361012" y="11430"/>
                    <a:pt x="386412" y="0"/>
                    <a:pt x="406732" y="0"/>
                  </a:cubicBezTo>
                  <a:cubicBezTo>
                    <a:pt x="427052" y="1270"/>
                    <a:pt x="453722" y="11430"/>
                    <a:pt x="467692" y="21590"/>
                  </a:cubicBezTo>
                  <a:cubicBezTo>
                    <a:pt x="479122" y="27940"/>
                    <a:pt x="484202" y="34290"/>
                    <a:pt x="490552" y="45720"/>
                  </a:cubicBezTo>
                  <a:cubicBezTo>
                    <a:pt x="499442" y="60960"/>
                    <a:pt x="508332" y="87630"/>
                    <a:pt x="507062" y="107950"/>
                  </a:cubicBezTo>
                  <a:cubicBezTo>
                    <a:pt x="505792" y="128270"/>
                    <a:pt x="498172" y="147320"/>
                    <a:pt x="482932" y="167640"/>
                  </a:cubicBezTo>
                  <a:cubicBezTo>
                    <a:pt x="462612" y="195580"/>
                    <a:pt x="394032" y="215900"/>
                    <a:pt x="378792" y="247650"/>
                  </a:cubicBezTo>
                  <a:cubicBezTo>
                    <a:pt x="366092" y="275590"/>
                    <a:pt x="391492" y="311150"/>
                    <a:pt x="383872" y="342900"/>
                  </a:cubicBezTo>
                  <a:cubicBezTo>
                    <a:pt x="372442" y="383540"/>
                    <a:pt x="329262" y="467360"/>
                    <a:pt x="302592" y="467360"/>
                  </a:cubicBezTo>
                  <a:cubicBezTo>
                    <a:pt x="279732" y="468630"/>
                    <a:pt x="247982" y="408940"/>
                    <a:pt x="235282" y="375920"/>
                  </a:cubicBezTo>
                  <a:cubicBezTo>
                    <a:pt x="225122" y="346710"/>
                    <a:pt x="234012" y="280670"/>
                    <a:pt x="228932" y="279400"/>
                  </a:cubicBezTo>
                  <a:cubicBezTo>
                    <a:pt x="223852" y="279400"/>
                    <a:pt x="202262" y="336550"/>
                    <a:pt x="204802" y="367030"/>
                  </a:cubicBezTo>
                  <a:cubicBezTo>
                    <a:pt x="207342" y="405130"/>
                    <a:pt x="236552" y="455930"/>
                    <a:pt x="259412" y="487680"/>
                  </a:cubicBezTo>
                  <a:cubicBezTo>
                    <a:pt x="279732" y="513080"/>
                    <a:pt x="310212" y="521970"/>
                    <a:pt x="329262" y="548640"/>
                  </a:cubicBezTo>
                  <a:cubicBezTo>
                    <a:pt x="349582" y="577850"/>
                    <a:pt x="374982" y="624840"/>
                    <a:pt x="373712" y="657860"/>
                  </a:cubicBezTo>
                  <a:cubicBezTo>
                    <a:pt x="372442" y="688340"/>
                    <a:pt x="353392" y="721360"/>
                    <a:pt x="330532" y="740410"/>
                  </a:cubicBezTo>
                  <a:cubicBezTo>
                    <a:pt x="306402" y="762000"/>
                    <a:pt x="263222" y="769620"/>
                    <a:pt x="228932" y="773430"/>
                  </a:cubicBezTo>
                  <a:cubicBezTo>
                    <a:pt x="195912" y="778510"/>
                    <a:pt x="159082" y="779780"/>
                    <a:pt x="128602" y="768350"/>
                  </a:cubicBezTo>
                  <a:cubicBezTo>
                    <a:pt x="96852" y="755650"/>
                    <a:pt x="62562" y="730250"/>
                    <a:pt x="42242" y="693420"/>
                  </a:cubicBezTo>
                  <a:cubicBezTo>
                    <a:pt x="13032" y="642620"/>
                    <a:pt x="4142" y="535940"/>
                    <a:pt x="1602" y="473710"/>
                  </a:cubicBezTo>
                  <a:cubicBezTo>
                    <a:pt x="-938" y="427990"/>
                    <a:pt x="-2208" y="383540"/>
                    <a:pt x="11762" y="355600"/>
                  </a:cubicBezTo>
                  <a:cubicBezTo>
                    <a:pt x="21922" y="335280"/>
                    <a:pt x="42242" y="320040"/>
                    <a:pt x="60022" y="312420"/>
                  </a:cubicBezTo>
                  <a:cubicBezTo>
                    <a:pt x="79072" y="306070"/>
                    <a:pt x="107012" y="306070"/>
                    <a:pt x="124792" y="312420"/>
                  </a:cubicBezTo>
                  <a:cubicBezTo>
                    <a:pt x="143842" y="320040"/>
                    <a:pt x="164162" y="340360"/>
                    <a:pt x="174322" y="355600"/>
                  </a:cubicBezTo>
                  <a:cubicBezTo>
                    <a:pt x="181942" y="368300"/>
                    <a:pt x="184482" y="397510"/>
                    <a:pt x="184482" y="3975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7940338" y="1216861"/>
            <a:ext cx="377190" cy="613410"/>
            <a:chOff x="0" y="0"/>
            <a:chExt cx="502920" cy="817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0597" y="48560"/>
              <a:ext cx="401535" cy="717740"/>
            </a:xfrm>
            <a:custGeom>
              <a:avLst/>
              <a:gdLst/>
              <a:ahLst/>
              <a:cxnLst/>
              <a:rect r="r" b="b" t="t" l="l"/>
              <a:pathLst>
                <a:path h="717740" w="401535">
                  <a:moveTo>
                    <a:pt x="242773" y="103840"/>
                  </a:moveTo>
                  <a:cubicBezTo>
                    <a:pt x="227533" y="305770"/>
                    <a:pt x="289763" y="293070"/>
                    <a:pt x="316433" y="314660"/>
                  </a:cubicBezTo>
                  <a:cubicBezTo>
                    <a:pt x="343103" y="334980"/>
                    <a:pt x="363423" y="365460"/>
                    <a:pt x="376123" y="403560"/>
                  </a:cubicBezTo>
                  <a:cubicBezTo>
                    <a:pt x="392633" y="456900"/>
                    <a:pt x="387553" y="572470"/>
                    <a:pt x="382473" y="618190"/>
                  </a:cubicBezTo>
                  <a:cubicBezTo>
                    <a:pt x="381203" y="639780"/>
                    <a:pt x="378663" y="651210"/>
                    <a:pt x="371043" y="663910"/>
                  </a:cubicBezTo>
                  <a:cubicBezTo>
                    <a:pt x="364693" y="677880"/>
                    <a:pt x="354533" y="691850"/>
                    <a:pt x="339293" y="700740"/>
                  </a:cubicBezTo>
                  <a:cubicBezTo>
                    <a:pt x="322783" y="710900"/>
                    <a:pt x="293573" y="719790"/>
                    <a:pt x="270713" y="717250"/>
                  </a:cubicBezTo>
                  <a:cubicBezTo>
                    <a:pt x="249123" y="714710"/>
                    <a:pt x="222453" y="700740"/>
                    <a:pt x="208483" y="684230"/>
                  </a:cubicBezTo>
                  <a:cubicBezTo>
                    <a:pt x="193243" y="667720"/>
                    <a:pt x="185623" y="642320"/>
                    <a:pt x="183083" y="618190"/>
                  </a:cubicBezTo>
                  <a:cubicBezTo>
                    <a:pt x="180543" y="591520"/>
                    <a:pt x="211023" y="555960"/>
                    <a:pt x="199593" y="530560"/>
                  </a:cubicBezTo>
                  <a:cubicBezTo>
                    <a:pt x="184353" y="496270"/>
                    <a:pt x="95453" y="482300"/>
                    <a:pt x="63703" y="448010"/>
                  </a:cubicBezTo>
                  <a:cubicBezTo>
                    <a:pt x="37033" y="417530"/>
                    <a:pt x="25603" y="376890"/>
                    <a:pt x="15443" y="341330"/>
                  </a:cubicBezTo>
                  <a:cubicBezTo>
                    <a:pt x="5283" y="309580"/>
                    <a:pt x="-3607" y="271480"/>
                    <a:pt x="1473" y="243540"/>
                  </a:cubicBezTo>
                  <a:cubicBezTo>
                    <a:pt x="5283" y="220680"/>
                    <a:pt x="19253" y="197820"/>
                    <a:pt x="30683" y="183850"/>
                  </a:cubicBezTo>
                  <a:cubicBezTo>
                    <a:pt x="38303" y="174960"/>
                    <a:pt x="45923" y="169880"/>
                    <a:pt x="57353" y="164800"/>
                  </a:cubicBezTo>
                  <a:cubicBezTo>
                    <a:pt x="73863" y="158450"/>
                    <a:pt x="101803" y="152100"/>
                    <a:pt x="122123" y="155910"/>
                  </a:cubicBezTo>
                  <a:cubicBezTo>
                    <a:pt x="142443" y="159720"/>
                    <a:pt x="165303" y="172420"/>
                    <a:pt x="179273" y="187660"/>
                  </a:cubicBezTo>
                  <a:cubicBezTo>
                    <a:pt x="191973" y="202900"/>
                    <a:pt x="202133" y="230840"/>
                    <a:pt x="204673" y="247350"/>
                  </a:cubicBezTo>
                  <a:cubicBezTo>
                    <a:pt x="207213" y="260050"/>
                    <a:pt x="204673" y="270210"/>
                    <a:pt x="202133" y="280370"/>
                  </a:cubicBezTo>
                  <a:cubicBezTo>
                    <a:pt x="199593" y="291800"/>
                    <a:pt x="197053" y="301960"/>
                    <a:pt x="189433" y="310850"/>
                  </a:cubicBezTo>
                  <a:cubicBezTo>
                    <a:pt x="178003" y="324820"/>
                    <a:pt x="153873" y="345140"/>
                    <a:pt x="138633" y="352760"/>
                  </a:cubicBezTo>
                  <a:cubicBezTo>
                    <a:pt x="127203" y="357840"/>
                    <a:pt x="118313" y="359110"/>
                    <a:pt x="105613" y="359110"/>
                  </a:cubicBezTo>
                  <a:cubicBezTo>
                    <a:pt x="87833" y="357840"/>
                    <a:pt x="59893" y="351490"/>
                    <a:pt x="43383" y="340060"/>
                  </a:cubicBezTo>
                  <a:cubicBezTo>
                    <a:pt x="26873" y="327360"/>
                    <a:pt x="11633" y="303230"/>
                    <a:pt x="5283" y="286720"/>
                  </a:cubicBezTo>
                  <a:cubicBezTo>
                    <a:pt x="203" y="275290"/>
                    <a:pt x="203" y="265130"/>
                    <a:pt x="203" y="253700"/>
                  </a:cubicBezTo>
                  <a:cubicBezTo>
                    <a:pt x="203" y="243540"/>
                    <a:pt x="1473" y="233380"/>
                    <a:pt x="6553" y="221950"/>
                  </a:cubicBezTo>
                  <a:cubicBezTo>
                    <a:pt x="14173" y="205440"/>
                    <a:pt x="30683" y="181310"/>
                    <a:pt x="47193" y="169880"/>
                  </a:cubicBezTo>
                  <a:cubicBezTo>
                    <a:pt x="64973" y="159720"/>
                    <a:pt x="92913" y="154640"/>
                    <a:pt x="110693" y="154640"/>
                  </a:cubicBezTo>
                  <a:cubicBezTo>
                    <a:pt x="123393" y="154640"/>
                    <a:pt x="133553" y="158450"/>
                    <a:pt x="142443" y="162260"/>
                  </a:cubicBezTo>
                  <a:cubicBezTo>
                    <a:pt x="152603" y="167340"/>
                    <a:pt x="162763" y="171150"/>
                    <a:pt x="170383" y="180040"/>
                  </a:cubicBezTo>
                  <a:cubicBezTo>
                    <a:pt x="183083" y="192740"/>
                    <a:pt x="204673" y="219410"/>
                    <a:pt x="203403" y="237190"/>
                  </a:cubicBezTo>
                  <a:cubicBezTo>
                    <a:pt x="202133" y="253700"/>
                    <a:pt x="160223" y="275290"/>
                    <a:pt x="164033" y="285450"/>
                  </a:cubicBezTo>
                  <a:cubicBezTo>
                    <a:pt x="169113" y="296880"/>
                    <a:pt x="231343" y="277830"/>
                    <a:pt x="264363" y="287990"/>
                  </a:cubicBezTo>
                  <a:cubicBezTo>
                    <a:pt x="303733" y="301960"/>
                    <a:pt x="355803" y="331170"/>
                    <a:pt x="378663" y="368000"/>
                  </a:cubicBezTo>
                  <a:cubicBezTo>
                    <a:pt x="402793" y="406100"/>
                    <a:pt x="401523" y="468330"/>
                    <a:pt x="401523" y="515320"/>
                  </a:cubicBezTo>
                  <a:cubicBezTo>
                    <a:pt x="400253" y="559770"/>
                    <a:pt x="393903" y="609300"/>
                    <a:pt x="379933" y="642320"/>
                  </a:cubicBezTo>
                  <a:cubicBezTo>
                    <a:pt x="369773" y="666450"/>
                    <a:pt x="358343" y="688040"/>
                    <a:pt x="339293" y="700740"/>
                  </a:cubicBezTo>
                  <a:cubicBezTo>
                    <a:pt x="321513" y="712170"/>
                    <a:pt x="293573" y="719790"/>
                    <a:pt x="270713" y="717250"/>
                  </a:cubicBezTo>
                  <a:cubicBezTo>
                    <a:pt x="249123" y="714710"/>
                    <a:pt x="222453" y="698200"/>
                    <a:pt x="208483" y="684230"/>
                  </a:cubicBezTo>
                  <a:cubicBezTo>
                    <a:pt x="197053" y="672800"/>
                    <a:pt x="190703" y="658830"/>
                    <a:pt x="185623" y="642320"/>
                  </a:cubicBezTo>
                  <a:cubicBezTo>
                    <a:pt x="180543" y="620730"/>
                    <a:pt x="178003" y="591520"/>
                    <a:pt x="183083" y="566120"/>
                  </a:cubicBezTo>
                  <a:cubicBezTo>
                    <a:pt x="189433" y="538180"/>
                    <a:pt x="232613" y="501350"/>
                    <a:pt x="223723" y="483570"/>
                  </a:cubicBezTo>
                  <a:cubicBezTo>
                    <a:pt x="213563" y="464520"/>
                    <a:pt x="132283" y="487380"/>
                    <a:pt x="99263" y="468330"/>
                  </a:cubicBezTo>
                  <a:cubicBezTo>
                    <a:pt x="66243" y="448010"/>
                    <a:pt x="35763" y="401020"/>
                    <a:pt x="24333" y="365460"/>
                  </a:cubicBezTo>
                  <a:cubicBezTo>
                    <a:pt x="14173" y="332440"/>
                    <a:pt x="21793" y="301960"/>
                    <a:pt x="26873" y="260050"/>
                  </a:cubicBezTo>
                  <a:cubicBezTo>
                    <a:pt x="34493" y="199090"/>
                    <a:pt x="49733" y="77170"/>
                    <a:pt x="78943" y="36530"/>
                  </a:cubicBezTo>
                  <a:cubicBezTo>
                    <a:pt x="92913" y="16210"/>
                    <a:pt x="113233" y="6050"/>
                    <a:pt x="132283" y="2240"/>
                  </a:cubicBezTo>
                  <a:cubicBezTo>
                    <a:pt x="152603" y="-2840"/>
                    <a:pt x="179273" y="970"/>
                    <a:pt x="197053" y="11130"/>
                  </a:cubicBezTo>
                  <a:cubicBezTo>
                    <a:pt x="214833" y="21290"/>
                    <a:pt x="231343" y="44150"/>
                    <a:pt x="238963" y="60660"/>
                  </a:cubicBezTo>
                  <a:cubicBezTo>
                    <a:pt x="244043" y="74630"/>
                    <a:pt x="242773" y="103840"/>
                    <a:pt x="242773" y="10384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8140528" y="1525905"/>
            <a:ext cx="208597" cy="208597"/>
            <a:chOff x="0" y="0"/>
            <a:chExt cx="278130" cy="2781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554" y="49479"/>
              <a:ext cx="174236" cy="177851"/>
            </a:xfrm>
            <a:custGeom>
              <a:avLst/>
              <a:gdLst/>
              <a:ahLst/>
              <a:cxnLst/>
              <a:rect r="r" b="b" t="t" l="l"/>
              <a:pathLst>
                <a:path h="177851" w="174236">
                  <a:moveTo>
                    <a:pt x="174236" y="62281"/>
                  </a:moveTo>
                  <a:cubicBezTo>
                    <a:pt x="174236" y="118161"/>
                    <a:pt x="167886" y="132131"/>
                    <a:pt x="158996" y="143561"/>
                  </a:cubicBezTo>
                  <a:cubicBezTo>
                    <a:pt x="150106" y="154991"/>
                    <a:pt x="138676" y="163881"/>
                    <a:pt x="125976" y="170231"/>
                  </a:cubicBezTo>
                  <a:cubicBezTo>
                    <a:pt x="113276" y="175311"/>
                    <a:pt x="98036" y="177851"/>
                    <a:pt x="84066" y="177851"/>
                  </a:cubicBezTo>
                  <a:cubicBezTo>
                    <a:pt x="70096" y="176581"/>
                    <a:pt x="54856" y="171501"/>
                    <a:pt x="43426" y="165151"/>
                  </a:cubicBezTo>
                  <a:cubicBezTo>
                    <a:pt x="31996" y="157531"/>
                    <a:pt x="20566" y="146101"/>
                    <a:pt x="12946" y="134671"/>
                  </a:cubicBezTo>
                  <a:cubicBezTo>
                    <a:pt x="5326" y="123241"/>
                    <a:pt x="1516" y="108001"/>
                    <a:pt x="246" y="94031"/>
                  </a:cubicBezTo>
                  <a:cubicBezTo>
                    <a:pt x="-1024" y="80061"/>
                    <a:pt x="2786" y="64821"/>
                    <a:pt x="7866" y="52121"/>
                  </a:cubicBezTo>
                  <a:cubicBezTo>
                    <a:pt x="14216" y="39421"/>
                    <a:pt x="23106" y="26721"/>
                    <a:pt x="34536" y="19101"/>
                  </a:cubicBezTo>
                  <a:cubicBezTo>
                    <a:pt x="44696" y="10211"/>
                    <a:pt x="59936" y="3861"/>
                    <a:pt x="72636" y="1321"/>
                  </a:cubicBezTo>
                  <a:cubicBezTo>
                    <a:pt x="86606" y="-1219"/>
                    <a:pt x="103116" y="51"/>
                    <a:pt x="115816" y="3861"/>
                  </a:cubicBezTo>
                  <a:cubicBezTo>
                    <a:pt x="128516" y="7671"/>
                    <a:pt x="152646" y="25451"/>
                    <a:pt x="152646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37495" y="1726883"/>
            <a:ext cx="208597" cy="208597"/>
            <a:chOff x="0" y="0"/>
            <a:chExt cx="278130" cy="2781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554" y="49479"/>
              <a:ext cx="174236" cy="177851"/>
            </a:xfrm>
            <a:custGeom>
              <a:avLst/>
              <a:gdLst/>
              <a:ahLst/>
              <a:cxnLst/>
              <a:rect r="r" b="b" t="t" l="l"/>
              <a:pathLst>
                <a:path h="177851" w="174236">
                  <a:moveTo>
                    <a:pt x="174236" y="62281"/>
                  </a:moveTo>
                  <a:cubicBezTo>
                    <a:pt x="174236" y="118161"/>
                    <a:pt x="167886" y="132131"/>
                    <a:pt x="158996" y="143561"/>
                  </a:cubicBezTo>
                  <a:cubicBezTo>
                    <a:pt x="150106" y="153721"/>
                    <a:pt x="137406" y="163881"/>
                    <a:pt x="125976" y="170231"/>
                  </a:cubicBezTo>
                  <a:cubicBezTo>
                    <a:pt x="113276" y="175311"/>
                    <a:pt x="96766" y="177851"/>
                    <a:pt x="84066" y="177851"/>
                  </a:cubicBezTo>
                  <a:cubicBezTo>
                    <a:pt x="70096" y="176581"/>
                    <a:pt x="54856" y="171501"/>
                    <a:pt x="43426" y="165151"/>
                  </a:cubicBezTo>
                  <a:cubicBezTo>
                    <a:pt x="30726" y="157531"/>
                    <a:pt x="20566" y="146101"/>
                    <a:pt x="12946" y="134671"/>
                  </a:cubicBezTo>
                  <a:cubicBezTo>
                    <a:pt x="5326" y="123241"/>
                    <a:pt x="1516" y="108001"/>
                    <a:pt x="246" y="94031"/>
                  </a:cubicBezTo>
                  <a:cubicBezTo>
                    <a:pt x="-1024" y="80061"/>
                    <a:pt x="2786" y="64821"/>
                    <a:pt x="7866" y="52121"/>
                  </a:cubicBezTo>
                  <a:cubicBezTo>
                    <a:pt x="12946" y="39421"/>
                    <a:pt x="23106" y="26721"/>
                    <a:pt x="34536" y="19101"/>
                  </a:cubicBezTo>
                  <a:cubicBezTo>
                    <a:pt x="44696" y="10211"/>
                    <a:pt x="59936" y="3861"/>
                    <a:pt x="72636" y="1321"/>
                  </a:cubicBezTo>
                  <a:cubicBezTo>
                    <a:pt x="86606" y="-1219"/>
                    <a:pt x="101846" y="51"/>
                    <a:pt x="115816" y="3861"/>
                  </a:cubicBezTo>
                  <a:cubicBezTo>
                    <a:pt x="128516" y="7671"/>
                    <a:pt x="151376" y="25451"/>
                    <a:pt x="151376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451782" y="1783080"/>
            <a:ext cx="208597" cy="208597"/>
            <a:chOff x="0" y="0"/>
            <a:chExt cx="278130" cy="2781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0800" y="49479"/>
              <a:ext cx="173990" cy="178098"/>
            </a:xfrm>
            <a:custGeom>
              <a:avLst/>
              <a:gdLst/>
              <a:ahLst/>
              <a:cxnLst/>
              <a:rect r="r" b="b" t="t" l="l"/>
              <a:pathLst>
                <a:path h="178098" w="173990">
                  <a:moveTo>
                    <a:pt x="173990" y="62281"/>
                  </a:moveTo>
                  <a:cubicBezTo>
                    <a:pt x="173990" y="118161"/>
                    <a:pt x="167640" y="133401"/>
                    <a:pt x="158750" y="143561"/>
                  </a:cubicBezTo>
                  <a:cubicBezTo>
                    <a:pt x="151130" y="154991"/>
                    <a:pt x="138430" y="163881"/>
                    <a:pt x="125730" y="170231"/>
                  </a:cubicBezTo>
                  <a:cubicBezTo>
                    <a:pt x="113030" y="175311"/>
                    <a:pt x="97790" y="179121"/>
                    <a:pt x="83820" y="177851"/>
                  </a:cubicBezTo>
                  <a:cubicBezTo>
                    <a:pt x="69850" y="176581"/>
                    <a:pt x="54610" y="172771"/>
                    <a:pt x="43180" y="165151"/>
                  </a:cubicBezTo>
                  <a:cubicBezTo>
                    <a:pt x="31750" y="157531"/>
                    <a:pt x="20320" y="147371"/>
                    <a:pt x="12700" y="134671"/>
                  </a:cubicBezTo>
                  <a:cubicBezTo>
                    <a:pt x="6350" y="123241"/>
                    <a:pt x="1270" y="108001"/>
                    <a:pt x="0" y="94031"/>
                  </a:cubicBezTo>
                  <a:cubicBezTo>
                    <a:pt x="0" y="81331"/>
                    <a:pt x="2540" y="64821"/>
                    <a:pt x="7620" y="52121"/>
                  </a:cubicBezTo>
                  <a:cubicBezTo>
                    <a:pt x="13970" y="39421"/>
                    <a:pt x="24130" y="27991"/>
                    <a:pt x="34290" y="19101"/>
                  </a:cubicBezTo>
                  <a:cubicBezTo>
                    <a:pt x="45720" y="10211"/>
                    <a:pt x="59690" y="3861"/>
                    <a:pt x="73660" y="1321"/>
                  </a:cubicBezTo>
                  <a:cubicBezTo>
                    <a:pt x="86360" y="-1219"/>
                    <a:pt x="102870" y="51"/>
                    <a:pt x="115570" y="3861"/>
                  </a:cubicBezTo>
                  <a:cubicBezTo>
                    <a:pt x="128270" y="8941"/>
                    <a:pt x="152400" y="26721"/>
                    <a:pt x="152400" y="267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423207" y="1798320"/>
            <a:ext cx="208597" cy="208597"/>
            <a:chOff x="0" y="0"/>
            <a:chExt cx="278130" cy="2781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483" y="49132"/>
              <a:ext cx="173037" cy="177246"/>
            </a:xfrm>
            <a:custGeom>
              <a:avLst/>
              <a:gdLst/>
              <a:ahLst/>
              <a:cxnLst/>
              <a:rect r="r" b="b" t="t" l="l"/>
              <a:pathLst>
                <a:path h="177246" w="173037">
                  <a:moveTo>
                    <a:pt x="173037" y="62628"/>
                  </a:moveTo>
                  <a:cubicBezTo>
                    <a:pt x="173037" y="118508"/>
                    <a:pt x="166687" y="132478"/>
                    <a:pt x="159067" y="143908"/>
                  </a:cubicBezTo>
                  <a:cubicBezTo>
                    <a:pt x="150177" y="154068"/>
                    <a:pt x="137477" y="164228"/>
                    <a:pt x="124777" y="169308"/>
                  </a:cubicBezTo>
                  <a:cubicBezTo>
                    <a:pt x="112077" y="175658"/>
                    <a:pt x="96837" y="178198"/>
                    <a:pt x="82867" y="176928"/>
                  </a:cubicBezTo>
                  <a:cubicBezTo>
                    <a:pt x="68897" y="176928"/>
                    <a:pt x="53657" y="171848"/>
                    <a:pt x="42227" y="164228"/>
                  </a:cubicBezTo>
                  <a:cubicBezTo>
                    <a:pt x="30797" y="157878"/>
                    <a:pt x="19367" y="146448"/>
                    <a:pt x="11747" y="135018"/>
                  </a:cubicBezTo>
                  <a:cubicBezTo>
                    <a:pt x="5397" y="122318"/>
                    <a:pt x="317" y="108348"/>
                    <a:pt x="317" y="94378"/>
                  </a:cubicBezTo>
                  <a:cubicBezTo>
                    <a:pt x="-953" y="80408"/>
                    <a:pt x="1587" y="65168"/>
                    <a:pt x="7937" y="52468"/>
                  </a:cubicBezTo>
                  <a:cubicBezTo>
                    <a:pt x="13017" y="39768"/>
                    <a:pt x="23177" y="27068"/>
                    <a:pt x="33337" y="18178"/>
                  </a:cubicBezTo>
                  <a:cubicBezTo>
                    <a:pt x="44767" y="10558"/>
                    <a:pt x="58737" y="4208"/>
                    <a:pt x="72707" y="1668"/>
                  </a:cubicBezTo>
                  <a:cubicBezTo>
                    <a:pt x="85407" y="-872"/>
                    <a:pt x="101917" y="-872"/>
                    <a:pt x="114617" y="4208"/>
                  </a:cubicBezTo>
                  <a:cubicBezTo>
                    <a:pt x="128587" y="8018"/>
                    <a:pt x="151447" y="25798"/>
                    <a:pt x="151447" y="257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524338" y="1524952"/>
            <a:ext cx="208597" cy="208597"/>
            <a:chOff x="0" y="0"/>
            <a:chExt cx="278130" cy="2781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50483" y="49132"/>
              <a:ext cx="173037" cy="177246"/>
            </a:xfrm>
            <a:custGeom>
              <a:avLst/>
              <a:gdLst/>
              <a:ahLst/>
              <a:cxnLst/>
              <a:rect r="r" b="b" t="t" l="l"/>
              <a:pathLst>
                <a:path h="177246" w="173037">
                  <a:moveTo>
                    <a:pt x="173037" y="62628"/>
                  </a:moveTo>
                  <a:cubicBezTo>
                    <a:pt x="173037" y="118508"/>
                    <a:pt x="166687" y="132478"/>
                    <a:pt x="159067" y="143908"/>
                  </a:cubicBezTo>
                  <a:cubicBezTo>
                    <a:pt x="150177" y="154068"/>
                    <a:pt x="137477" y="164228"/>
                    <a:pt x="124777" y="169308"/>
                  </a:cubicBezTo>
                  <a:cubicBezTo>
                    <a:pt x="112077" y="175658"/>
                    <a:pt x="96837" y="178198"/>
                    <a:pt x="82867" y="176928"/>
                  </a:cubicBezTo>
                  <a:cubicBezTo>
                    <a:pt x="68897" y="176928"/>
                    <a:pt x="53657" y="171848"/>
                    <a:pt x="42227" y="164228"/>
                  </a:cubicBezTo>
                  <a:cubicBezTo>
                    <a:pt x="30797" y="157878"/>
                    <a:pt x="19367" y="146448"/>
                    <a:pt x="13017" y="135018"/>
                  </a:cubicBezTo>
                  <a:cubicBezTo>
                    <a:pt x="5397" y="122318"/>
                    <a:pt x="317" y="108348"/>
                    <a:pt x="317" y="94378"/>
                  </a:cubicBezTo>
                  <a:cubicBezTo>
                    <a:pt x="-953" y="80408"/>
                    <a:pt x="1587" y="65168"/>
                    <a:pt x="7937" y="52468"/>
                  </a:cubicBezTo>
                  <a:cubicBezTo>
                    <a:pt x="13017" y="39768"/>
                    <a:pt x="23177" y="27068"/>
                    <a:pt x="33337" y="18178"/>
                  </a:cubicBezTo>
                  <a:cubicBezTo>
                    <a:pt x="44767" y="10558"/>
                    <a:pt x="58737" y="4208"/>
                    <a:pt x="72707" y="1668"/>
                  </a:cubicBezTo>
                  <a:cubicBezTo>
                    <a:pt x="85407" y="-872"/>
                    <a:pt x="101917" y="-872"/>
                    <a:pt x="114617" y="4208"/>
                  </a:cubicBezTo>
                  <a:cubicBezTo>
                    <a:pt x="128587" y="8018"/>
                    <a:pt x="151447" y="25798"/>
                    <a:pt x="151447" y="257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57" id="57"/>
          <p:cNvSpPr/>
          <p:nvPr/>
        </p:nvSpPr>
        <p:spPr>
          <a:xfrm flipH="true" flipV="true">
            <a:off x="11673806" y="1752776"/>
            <a:ext cx="6455128" cy="69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8147982" y="8809672"/>
            <a:ext cx="208597" cy="208597"/>
            <a:chOff x="0" y="0"/>
            <a:chExt cx="278130" cy="2781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50483" y="49479"/>
              <a:ext cx="174307" cy="177851"/>
            </a:xfrm>
            <a:custGeom>
              <a:avLst/>
              <a:gdLst/>
              <a:ahLst/>
              <a:cxnLst/>
              <a:rect r="r" b="b" t="t" l="l"/>
              <a:pathLst>
                <a:path h="177851" w="174307">
                  <a:moveTo>
                    <a:pt x="174307" y="62281"/>
                  </a:moveTo>
                  <a:cubicBezTo>
                    <a:pt x="174307" y="118161"/>
                    <a:pt x="166687" y="132131"/>
                    <a:pt x="159067" y="143561"/>
                  </a:cubicBezTo>
                  <a:cubicBezTo>
                    <a:pt x="150177" y="153721"/>
                    <a:pt x="137477" y="163881"/>
                    <a:pt x="124777" y="168961"/>
                  </a:cubicBezTo>
                  <a:cubicBezTo>
                    <a:pt x="113347" y="175311"/>
                    <a:pt x="96837" y="177851"/>
                    <a:pt x="82867" y="177851"/>
                  </a:cubicBezTo>
                  <a:cubicBezTo>
                    <a:pt x="70167" y="176581"/>
                    <a:pt x="54927" y="171501"/>
                    <a:pt x="42227" y="165151"/>
                  </a:cubicBezTo>
                  <a:cubicBezTo>
                    <a:pt x="30797" y="157531"/>
                    <a:pt x="19367" y="146101"/>
                    <a:pt x="13017" y="134671"/>
                  </a:cubicBezTo>
                  <a:cubicBezTo>
                    <a:pt x="5397" y="123241"/>
                    <a:pt x="317" y="108001"/>
                    <a:pt x="317" y="94031"/>
                  </a:cubicBezTo>
                  <a:cubicBezTo>
                    <a:pt x="-953" y="80061"/>
                    <a:pt x="1587" y="64821"/>
                    <a:pt x="7937" y="52121"/>
                  </a:cubicBezTo>
                  <a:cubicBezTo>
                    <a:pt x="13017" y="39421"/>
                    <a:pt x="23177" y="26721"/>
                    <a:pt x="34607" y="19101"/>
                  </a:cubicBezTo>
                  <a:cubicBezTo>
                    <a:pt x="44767" y="10211"/>
                    <a:pt x="58737" y="3861"/>
                    <a:pt x="72707" y="1321"/>
                  </a:cubicBezTo>
                  <a:cubicBezTo>
                    <a:pt x="86677" y="-1219"/>
                    <a:pt x="101917" y="51"/>
                    <a:pt x="115887" y="3861"/>
                  </a:cubicBezTo>
                  <a:cubicBezTo>
                    <a:pt x="128587" y="7671"/>
                    <a:pt x="151447" y="25451"/>
                    <a:pt x="151447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8110835" y="8955405"/>
            <a:ext cx="208597" cy="208597"/>
            <a:chOff x="0" y="0"/>
            <a:chExt cx="278130" cy="2781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800" y="49479"/>
              <a:ext cx="173990" cy="178169"/>
            </a:xfrm>
            <a:custGeom>
              <a:avLst/>
              <a:gdLst/>
              <a:ahLst/>
              <a:cxnLst/>
              <a:rect r="r" b="b" t="t" l="l"/>
              <a:pathLst>
                <a:path h="178169" w="173990">
                  <a:moveTo>
                    <a:pt x="173990" y="62281"/>
                  </a:moveTo>
                  <a:cubicBezTo>
                    <a:pt x="173990" y="119431"/>
                    <a:pt x="167640" y="133401"/>
                    <a:pt x="158750" y="143561"/>
                  </a:cubicBezTo>
                  <a:cubicBezTo>
                    <a:pt x="151130" y="154991"/>
                    <a:pt x="138430" y="165151"/>
                    <a:pt x="125730" y="170231"/>
                  </a:cubicBezTo>
                  <a:cubicBezTo>
                    <a:pt x="113030" y="176581"/>
                    <a:pt x="97790" y="179121"/>
                    <a:pt x="83820" y="177851"/>
                  </a:cubicBezTo>
                  <a:cubicBezTo>
                    <a:pt x="69850" y="176581"/>
                    <a:pt x="54610" y="172771"/>
                    <a:pt x="43180" y="165151"/>
                  </a:cubicBezTo>
                  <a:cubicBezTo>
                    <a:pt x="31750" y="158801"/>
                    <a:pt x="20320" y="147371"/>
                    <a:pt x="12700" y="134671"/>
                  </a:cubicBezTo>
                  <a:cubicBezTo>
                    <a:pt x="6350" y="123241"/>
                    <a:pt x="1270" y="108001"/>
                    <a:pt x="0" y="94031"/>
                  </a:cubicBezTo>
                  <a:cubicBezTo>
                    <a:pt x="0" y="81331"/>
                    <a:pt x="2540" y="64821"/>
                    <a:pt x="7620" y="53391"/>
                  </a:cubicBezTo>
                  <a:cubicBezTo>
                    <a:pt x="13970" y="40691"/>
                    <a:pt x="24130" y="27991"/>
                    <a:pt x="34290" y="19101"/>
                  </a:cubicBezTo>
                  <a:cubicBezTo>
                    <a:pt x="45720" y="10211"/>
                    <a:pt x="59690" y="3861"/>
                    <a:pt x="73660" y="1321"/>
                  </a:cubicBezTo>
                  <a:cubicBezTo>
                    <a:pt x="86360" y="-1219"/>
                    <a:pt x="102870" y="51"/>
                    <a:pt x="115570" y="3861"/>
                  </a:cubicBezTo>
                  <a:cubicBezTo>
                    <a:pt x="128270" y="8941"/>
                    <a:pt x="152400" y="26721"/>
                    <a:pt x="152400" y="267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8074640" y="8931593"/>
            <a:ext cx="208597" cy="208597"/>
            <a:chOff x="0" y="0"/>
            <a:chExt cx="278130" cy="278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554" y="49479"/>
              <a:ext cx="174236" cy="178169"/>
            </a:xfrm>
            <a:custGeom>
              <a:avLst/>
              <a:gdLst/>
              <a:ahLst/>
              <a:cxnLst/>
              <a:rect r="r" b="b" t="t" l="l"/>
              <a:pathLst>
                <a:path h="178169" w="174236">
                  <a:moveTo>
                    <a:pt x="174236" y="62281"/>
                  </a:moveTo>
                  <a:cubicBezTo>
                    <a:pt x="174236" y="119431"/>
                    <a:pt x="167886" y="133401"/>
                    <a:pt x="158996" y="143561"/>
                  </a:cubicBezTo>
                  <a:cubicBezTo>
                    <a:pt x="150106" y="154991"/>
                    <a:pt x="137406" y="165151"/>
                    <a:pt x="125976" y="170231"/>
                  </a:cubicBezTo>
                  <a:cubicBezTo>
                    <a:pt x="113276" y="176581"/>
                    <a:pt x="96766" y="179121"/>
                    <a:pt x="84066" y="177851"/>
                  </a:cubicBezTo>
                  <a:cubicBezTo>
                    <a:pt x="70096" y="177851"/>
                    <a:pt x="54856" y="172771"/>
                    <a:pt x="43426" y="165151"/>
                  </a:cubicBezTo>
                  <a:cubicBezTo>
                    <a:pt x="30726" y="158801"/>
                    <a:pt x="20566" y="147371"/>
                    <a:pt x="12946" y="134671"/>
                  </a:cubicBezTo>
                  <a:cubicBezTo>
                    <a:pt x="5326" y="123241"/>
                    <a:pt x="1516" y="108001"/>
                    <a:pt x="246" y="95301"/>
                  </a:cubicBezTo>
                  <a:cubicBezTo>
                    <a:pt x="-1024" y="81331"/>
                    <a:pt x="2786" y="64821"/>
                    <a:pt x="7866" y="53391"/>
                  </a:cubicBezTo>
                  <a:cubicBezTo>
                    <a:pt x="12946" y="40691"/>
                    <a:pt x="23106" y="27991"/>
                    <a:pt x="34536" y="19101"/>
                  </a:cubicBezTo>
                  <a:cubicBezTo>
                    <a:pt x="44696" y="10211"/>
                    <a:pt x="59936" y="3861"/>
                    <a:pt x="72636" y="1321"/>
                  </a:cubicBezTo>
                  <a:cubicBezTo>
                    <a:pt x="86606" y="-1219"/>
                    <a:pt x="101846" y="51"/>
                    <a:pt x="115816" y="3861"/>
                  </a:cubicBezTo>
                  <a:cubicBezTo>
                    <a:pt x="128516" y="8941"/>
                    <a:pt x="151376" y="26721"/>
                    <a:pt x="151376" y="267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8087023" y="8895398"/>
            <a:ext cx="208597" cy="208597"/>
            <a:chOff x="0" y="0"/>
            <a:chExt cx="278130" cy="2781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50800" y="49479"/>
              <a:ext cx="173990" cy="177851"/>
            </a:xfrm>
            <a:custGeom>
              <a:avLst/>
              <a:gdLst/>
              <a:ahLst/>
              <a:cxnLst/>
              <a:rect r="r" b="b" t="t" l="l"/>
              <a:pathLst>
                <a:path h="177851" w="173990">
                  <a:moveTo>
                    <a:pt x="173990" y="62281"/>
                  </a:moveTo>
                  <a:cubicBezTo>
                    <a:pt x="173990" y="118161"/>
                    <a:pt x="167640" y="133401"/>
                    <a:pt x="158750" y="143561"/>
                  </a:cubicBezTo>
                  <a:cubicBezTo>
                    <a:pt x="151130" y="154991"/>
                    <a:pt x="138430" y="163881"/>
                    <a:pt x="125730" y="170231"/>
                  </a:cubicBezTo>
                  <a:cubicBezTo>
                    <a:pt x="113030" y="175311"/>
                    <a:pt x="97790" y="177851"/>
                    <a:pt x="83820" y="177851"/>
                  </a:cubicBezTo>
                  <a:cubicBezTo>
                    <a:pt x="69850" y="176581"/>
                    <a:pt x="54610" y="171501"/>
                    <a:pt x="43180" y="165151"/>
                  </a:cubicBezTo>
                  <a:cubicBezTo>
                    <a:pt x="31750" y="157531"/>
                    <a:pt x="20320" y="146101"/>
                    <a:pt x="12700" y="134671"/>
                  </a:cubicBezTo>
                  <a:cubicBezTo>
                    <a:pt x="6350" y="123241"/>
                    <a:pt x="1270" y="108001"/>
                    <a:pt x="0" y="94031"/>
                  </a:cubicBezTo>
                  <a:cubicBezTo>
                    <a:pt x="0" y="80061"/>
                    <a:pt x="2540" y="64821"/>
                    <a:pt x="7620" y="52121"/>
                  </a:cubicBezTo>
                  <a:cubicBezTo>
                    <a:pt x="13970" y="39421"/>
                    <a:pt x="24130" y="26721"/>
                    <a:pt x="34290" y="19101"/>
                  </a:cubicBezTo>
                  <a:cubicBezTo>
                    <a:pt x="45720" y="10211"/>
                    <a:pt x="59690" y="3861"/>
                    <a:pt x="73660" y="1321"/>
                  </a:cubicBezTo>
                  <a:cubicBezTo>
                    <a:pt x="86360" y="-1219"/>
                    <a:pt x="102870" y="51"/>
                    <a:pt x="115570" y="3861"/>
                  </a:cubicBezTo>
                  <a:cubicBezTo>
                    <a:pt x="129540" y="7671"/>
                    <a:pt x="152400" y="25451"/>
                    <a:pt x="152400" y="2545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478452" y="8892540"/>
            <a:ext cx="140017" cy="141922"/>
            <a:chOff x="0" y="0"/>
            <a:chExt cx="186690" cy="1892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48200" y="50554"/>
              <a:ext cx="85150" cy="87876"/>
            </a:xfrm>
            <a:custGeom>
              <a:avLst/>
              <a:gdLst/>
              <a:ahLst/>
              <a:cxnLst/>
              <a:rect r="r" b="b" t="t" l="l"/>
              <a:pathLst>
                <a:path h="87876" w="85150">
                  <a:moveTo>
                    <a:pt x="85150" y="29456"/>
                  </a:moveTo>
                  <a:cubicBezTo>
                    <a:pt x="82610" y="61206"/>
                    <a:pt x="69910" y="77716"/>
                    <a:pt x="61020" y="82796"/>
                  </a:cubicBezTo>
                  <a:cubicBezTo>
                    <a:pt x="54670" y="87876"/>
                    <a:pt x="47050" y="89146"/>
                    <a:pt x="39430" y="86606"/>
                  </a:cubicBezTo>
                  <a:cubicBezTo>
                    <a:pt x="29270" y="85336"/>
                    <a:pt x="10220" y="76446"/>
                    <a:pt x="5140" y="66286"/>
                  </a:cubicBezTo>
                  <a:cubicBezTo>
                    <a:pt x="-1210" y="54856"/>
                    <a:pt x="-1210" y="34536"/>
                    <a:pt x="2600" y="24376"/>
                  </a:cubicBezTo>
                  <a:cubicBezTo>
                    <a:pt x="3870" y="16756"/>
                    <a:pt x="8950" y="11676"/>
                    <a:pt x="15300" y="7866"/>
                  </a:cubicBezTo>
                  <a:cubicBezTo>
                    <a:pt x="24190" y="2786"/>
                    <a:pt x="45780" y="-1024"/>
                    <a:pt x="55940" y="246"/>
                  </a:cubicBezTo>
                  <a:cubicBezTo>
                    <a:pt x="63560" y="1516"/>
                    <a:pt x="73720" y="11676"/>
                    <a:pt x="73720" y="116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1593354" y="7123816"/>
            <a:ext cx="140017" cy="141922"/>
            <a:chOff x="0" y="0"/>
            <a:chExt cx="186690" cy="18923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48719" y="50554"/>
              <a:ext cx="85901" cy="87876"/>
            </a:xfrm>
            <a:custGeom>
              <a:avLst/>
              <a:gdLst/>
              <a:ahLst/>
              <a:cxnLst/>
              <a:rect r="r" b="b" t="t" l="l"/>
              <a:pathLst>
                <a:path h="87876" w="85901">
                  <a:moveTo>
                    <a:pt x="85901" y="29456"/>
                  </a:moveTo>
                  <a:cubicBezTo>
                    <a:pt x="83361" y="61206"/>
                    <a:pt x="70661" y="77716"/>
                    <a:pt x="61771" y="82796"/>
                  </a:cubicBezTo>
                  <a:cubicBezTo>
                    <a:pt x="54151" y="87876"/>
                    <a:pt x="47801" y="89146"/>
                    <a:pt x="40181" y="86606"/>
                  </a:cubicBezTo>
                  <a:cubicBezTo>
                    <a:pt x="30021" y="85336"/>
                    <a:pt x="10971" y="76446"/>
                    <a:pt x="4621" y="66286"/>
                  </a:cubicBezTo>
                  <a:cubicBezTo>
                    <a:pt x="-1729" y="54856"/>
                    <a:pt x="-459" y="34536"/>
                    <a:pt x="2081" y="24376"/>
                  </a:cubicBezTo>
                  <a:cubicBezTo>
                    <a:pt x="4621" y="16756"/>
                    <a:pt x="9701" y="11676"/>
                    <a:pt x="16051" y="7866"/>
                  </a:cubicBezTo>
                  <a:cubicBezTo>
                    <a:pt x="24941" y="2786"/>
                    <a:pt x="45261" y="-1024"/>
                    <a:pt x="56691" y="246"/>
                  </a:cubicBezTo>
                  <a:cubicBezTo>
                    <a:pt x="64311" y="1516"/>
                    <a:pt x="74471" y="11676"/>
                    <a:pt x="74471" y="1167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514648" y="8905875"/>
            <a:ext cx="140017" cy="141922"/>
            <a:chOff x="0" y="0"/>
            <a:chExt cx="186690" cy="1892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48200" y="49992"/>
              <a:ext cx="85150" cy="87645"/>
            </a:xfrm>
            <a:custGeom>
              <a:avLst/>
              <a:gdLst/>
              <a:ahLst/>
              <a:cxnLst/>
              <a:rect r="r" b="b" t="t" l="l"/>
              <a:pathLst>
                <a:path h="87645" w="85150">
                  <a:moveTo>
                    <a:pt x="85150" y="30018"/>
                  </a:moveTo>
                  <a:cubicBezTo>
                    <a:pt x="83880" y="60498"/>
                    <a:pt x="69910" y="77008"/>
                    <a:pt x="61020" y="83358"/>
                  </a:cubicBezTo>
                  <a:cubicBezTo>
                    <a:pt x="54670" y="87168"/>
                    <a:pt x="48320" y="88438"/>
                    <a:pt x="40700" y="87168"/>
                  </a:cubicBezTo>
                  <a:cubicBezTo>
                    <a:pt x="29270" y="84628"/>
                    <a:pt x="11490" y="75738"/>
                    <a:pt x="5140" y="65578"/>
                  </a:cubicBezTo>
                  <a:cubicBezTo>
                    <a:pt x="-1210" y="55418"/>
                    <a:pt x="-1210" y="35098"/>
                    <a:pt x="2600" y="24938"/>
                  </a:cubicBezTo>
                  <a:cubicBezTo>
                    <a:pt x="5140" y="17318"/>
                    <a:pt x="8950" y="12238"/>
                    <a:pt x="15300" y="7158"/>
                  </a:cubicBezTo>
                  <a:cubicBezTo>
                    <a:pt x="25460" y="2078"/>
                    <a:pt x="45780" y="-1732"/>
                    <a:pt x="55940" y="808"/>
                  </a:cubicBezTo>
                  <a:cubicBezTo>
                    <a:pt x="63560" y="2078"/>
                    <a:pt x="74990" y="10968"/>
                    <a:pt x="74990" y="1096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72" id="72"/>
          <p:cNvSpPr/>
          <p:nvPr/>
        </p:nvSpPr>
        <p:spPr>
          <a:xfrm flipH="false" flipV="false" rot="0">
            <a:off x="16098201" y="7975029"/>
            <a:ext cx="1757958" cy="1397577"/>
          </a:xfrm>
          <a:custGeom>
            <a:avLst/>
            <a:gdLst/>
            <a:ahLst/>
            <a:cxnLst/>
            <a:rect r="r" b="b" t="t" l="l"/>
            <a:pathLst>
              <a:path h="1397577" w="1757958">
                <a:moveTo>
                  <a:pt x="0" y="0"/>
                </a:moveTo>
                <a:lnTo>
                  <a:pt x="1757959" y="0"/>
                </a:lnTo>
                <a:lnTo>
                  <a:pt x="1757959" y="1397577"/>
                </a:lnTo>
                <a:lnTo>
                  <a:pt x="0" y="13975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2408693" y="7859405"/>
            <a:ext cx="1434914" cy="1456766"/>
          </a:xfrm>
          <a:custGeom>
            <a:avLst/>
            <a:gdLst/>
            <a:ahLst/>
            <a:cxnLst/>
            <a:rect r="r" b="b" t="t" l="l"/>
            <a:pathLst>
              <a:path h="1456766" w="1434914">
                <a:moveTo>
                  <a:pt x="0" y="0"/>
                </a:moveTo>
                <a:lnTo>
                  <a:pt x="1434914" y="0"/>
                </a:lnTo>
                <a:lnTo>
                  <a:pt x="1434914" y="1456766"/>
                </a:lnTo>
                <a:lnTo>
                  <a:pt x="0" y="14567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4148407" y="8040563"/>
            <a:ext cx="1617098" cy="1099627"/>
          </a:xfrm>
          <a:custGeom>
            <a:avLst/>
            <a:gdLst/>
            <a:ahLst/>
            <a:cxnLst/>
            <a:rect r="r" b="b" t="t" l="l"/>
            <a:pathLst>
              <a:path h="1099627" w="1617098">
                <a:moveTo>
                  <a:pt x="0" y="0"/>
                </a:moveTo>
                <a:lnTo>
                  <a:pt x="1617099" y="0"/>
                </a:lnTo>
                <a:lnTo>
                  <a:pt x="1617099" y="1099627"/>
                </a:lnTo>
                <a:lnTo>
                  <a:pt x="0" y="1099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28694" y="1503045"/>
            <a:ext cx="11852791" cy="903923"/>
            <a:chOff x="0" y="0"/>
            <a:chExt cx="3121723" cy="2380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21723" cy="238070"/>
            </a:xfrm>
            <a:custGeom>
              <a:avLst/>
              <a:gdLst/>
              <a:ahLst/>
              <a:cxnLst/>
              <a:rect r="r" b="b" t="t" l="l"/>
              <a:pathLst>
                <a:path h="238070" w="3121723">
                  <a:moveTo>
                    <a:pt x="2918523" y="0"/>
                  </a:moveTo>
                  <a:cubicBezTo>
                    <a:pt x="3030747" y="0"/>
                    <a:pt x="3121723" y="53294"/>
                    <a:pt x="3121723" y="119035"/>
                  </a:cubicBezTo>
                  <a:cubicBezTo>
                    <a:pt x="3121723" y="184776"/>
                    <a:pt x="3030747" y="238070"/>
                    <a:pt x="2918523" y="238070"/>
                  </a:cubicBezTo>
                  <a:lnTo>
                    <a:pt x="203200" y="238070"/>
                  </a:lnTo>
                  <a:cubicBezTo>
                    <a:pt x="90976" y="238070"/>
                    <a:pt x="0" y="184776"/>
                    <a:pt x="0" y="119035"/>
                  </a:cubicBezTo>
                  <a:cubicBezTo>
                    <a:pt x="0" y="5329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3F0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121723" cy="257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3522649" y="1601629"/>
            <a:ext cx="46013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RescueRing — Disaster SOS, Mapping, Volunteers &amp; Resources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995473" y="1546397"/>
            <a:ext cx="3668644" cy="72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  <a:spcBef>
                <a:spcPct val="0"/>
              </a:spcBef>
            </a:pPr>
            <a:r>
              <a:rPr lang="en-US" b="true" sz="159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Cicek &amp; Kantarci (2023) — Crowdsensing in Disaster Management: Review &amp; Challenges</a:t>
            </a:r>
          </a:p>
        </p:txBody>
      </p:sp>
      <p:sp>
        <p:nvSpPr>
          <p:cNvPr name="Freeform 80" id="80">
            <a:hlinkClick r:id="rId13" tooltip="https://github.com/arpith20/Disaster-Management-Using-Crowdsourcing"/>
          </p:cNvPr>
          <p:cNvSpPr/>
          <p:nvPr/>
        </p:nvSpPr>
        <p:spPr>
          <a:xfrm flipH="false" flipV="false" rot="0">
            <a:off x="4706009" y="4600279"/>
            <a:ext cx="4496093" cy="4587850"/>
          </a:xfrm>
          <a:custGeom>
            <a:avLst/>
            <a:gdLst/>
            <a:ahLst/>
            <a:cxnLst/>
            <a:rect r="r" b="b" t="t" l="l"/>
            <a:pathLst>
              <a:path h="4587850" w="4496093">
                <a:moveTo>
                  <a:pt x="0" y="0"/>
                </a:moveTo>
                <a:lnTo>
                  <a:pt x="4496093" y="0"/>
                </a:lnTo>
                <a:lnTo>
                  <a:pt x="4496093" y="4587850"/>
                </a:lnTo>
                <a:lnTo>
                  <a:pt x="0" y="4587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668636" y="5521823"/>
            <a:ext cx="3666306" cy="3666306"/>
          </a:xfrm>
          <a:custGeom>
            <a:avLst/>
            <a:gdLst/>
            <a:ahLst/>
            <a:cxnLst/>
            <a:rect r="r" b="b" t="t" l="l"/>
            <a:pathLst>
              <a:path h="3666306" w="3666306">
                <a:moveTo>
                  <a:pt x="0" y="0"/>
                </a:moveTo>
                <a:lnTo>
                  <a:pt x="3666306" y="0"/>
                </a:lnTo>
                <a:lnTo>
                  <a:pt x="3666306" y="3666306"/>
                </a:lnTo>
                <a:lnTo>
                  <a:pt x="0" y="36663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6000"/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1526202" y="1550670"/>
            <a:ext cx="320992" cy="144780"/>
            <a:chOff x="0" y="0"/>
            <a:chExt cx="427990" cy="193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48782" y="39176"/>
              <a:ext cx="327138" cy="101794"/>
            </a:xfrm>
            <a:custGeom>
              <a:avLst/>
              <a:gdLst/>
              <a:ahLst/>
              <a:cxnLst/>
              <a:rect r="r" b="b" t="t" l="l"/>
              <a:pathLst>
                <a:path h="101794" w="327138">
                  <a:moveTo>
                    <a:pt x="282688" y="101794"/>
                  </a:moveTo>
                  <a:cubicBezTo>
                    <a:pt x="13448" y="92904"/>
                    <a:pt x="4558" y="82744"/>
                    <a:pt x="2018" y="70044"/>
                  </a:cubicBezTo>
                  <a:cubicBezTo>
                    <a:pt x="-522" y="54804"/>
                    <a:pt x="9638" y="26864"/>
                    <a:pt x="22338" y="17974"/>
                  </a:cubicBezTo>
                  <a:cubicBezTo>
                    <a:pt x="32498" y="10354"/>
                    <a:pt x="54088" y="9084"/>
                    <a:pt x="64248" y="15434"/>
                  </a:cubicBezTo>
                  <a:cubicBezTo>
                    <a:pt x="76948" y="23054"/>
                    <a:pt x="92188" y="49724"/>
                    <a:pt x="90918" y="64964"/>
                  </a:cubicBezTo>
                  <a:cubicBezTo>
                    <a:pt x="89648" y="77664"/>
                    <a:pt x="76948" y="94174"/>
                    <a:pt x="64248" y="99254"/>
                  </a:cubicBezTo>
                  <a:cubicBezTo>
                    <a:pt x="51548" y="104334"/>
                    <a:pt x="21068" y="96714"/>
                    <a:pt x="10908" y="86554"/>
                  </a:cubicBezTo>
                  <a:cubicBezTo>
                    <a:pt x="2018" y="77664"/>
                    <a:pt x="-3062" y="57344"/>
                    <a:pt x="2018" y="44644"/>
                  </a:cubicBezTo>
                  <a:cubicBezTo>
                    <a:pt x="7098" y="31944"/>
                    <a:pt x="23608" y="19244"/>
                    <a:pt x="45198" y="11624"/>
                  </a:cubicBezTo>
                  <a:cubicBezTo>
                    <a:pt x="94728" y="-3616"/>
                    <a:pt x="264908" y="-6156"/>
                    <a:pt x="303008" y="17974"/>
                  </a:cubicBezTo>
                  <a:cubicBezTo>
                    <a:pt x="320788" y="28134"/>
                    <a:pt x="327138" y="49724"/>
                    <a:pt x="327138" y="62424"/>
                  </a:cubicBezTo>
                  <a:cubicBezTo>
                    <a:pt x="327138" y="73854"/>
                    <a:pt x="319518" y="84014"/>
                    <a:pt x="311898" y="91634"/>
                  </a:cubicBezTo>
                  <a:cubicBezTo>
                    <a:pt x="304278" y="97984"/>
                    <a:pt x="282688" y="101794"/>
                    <a:pt x="282688" y="10179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223695" y="1587818"/>
            <a:ext cx="323965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Crowdsourced Disaster Management — Citizen Data via Mobile Devices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9548" y="4721111"/>
            <a:ext cx="4204036" cy="43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  <a:spcBef>
                <a:spcPct val="0"/>
              </a:spcBef>
            </a:pPr>
            <a:r>
              <a:rPr lang="en-US" b="true" sz="251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          </a:t>
            </a:r>
            <a:r>
              <a:rPr lang="en-US" b="true" sz="251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Key Research</a:t>
            </a:r>
          </a:p>
          <a:p>
            <a:pPr algn="ctr">
              <a:lnSpc>
                <a:spcPts val="3014"/>
              </a:lnSpc>
              <a:spcBef>
                <a:spcPct val="0"/>
              </a:spcBef>
            </a:pPr>
            <a:r>
              <a:rPr lang="en-US" b="true" sz="2511">
                <a:solidFill>
                  <a:srgbClr val="000000"/>
                </a:solidFill>
                <a:latin typeface="Biski Bold"/>
                <a:ea typeface="Biski Bold"/>
                <a:cs typeface="Biski Bold"/>
                <a:sym typeface="Biski Bold"/>
              </a:rPr>
              <a:t> Insights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  <a:p>
            <a:pPr algn="l">
              <a:lnSpc>
                <a:spcPts val="1859"/>
              </a:lnSpc>
              <a:spcBef>
                <a:spcPct val="0"/>
              </a:spcBef>
            </a:pPr>
            <a:r>
              <a:rPr lang="en-US" b="true" sz="15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GPS-Based Disaster Reporting: </a:t>
            </a:r>
            <a:r>
              <a:rPr lang="en-US" sz="15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Location-aware incident reporting.</a:t>
            </a:r>
          </a:p>
          <a:p>
            <a:pPr algn="l">
              <a:lnSpc>
                <a:spcPts val="1651"/>
              </a:lnSpc>
              <a:spcBef>
                <a:spcPct val="0"/>
              </a:spcBef>
            </a:pPr>
            <a:r>
              <a:rPr lang="en-US" sz="13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Link - </a:t>
            </a:r>
            <a:r>
              <a:rPr lang="en-US" sz="137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5" tooltip="https://www.sciencedirect.com/science/article/pii/S2590061719300523"/>
              </a:rPr>
              <a:t>https://www.sciencedirect.com/science/article/pii/S2590061719300523</a:t>
            </a:r>
          </a:p>
          <a:p>
            <a:pPr algn="l">
              <a:lnSpc>
                <a:spcPts val="1859"/>
              </a:lnSpc>
              <a:spcBef>
                <a:spcPct val="0"/>
              </a:spcBef>
            </a:pPr>
            <a:r>
              <a:rPr lang="en-US" b="true" sz="15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GIS-Based Disaster Management: I</a:t>
            </a:r>
            <a:r>
              <a:rPr lang="en-US" sz="15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ncident sharing &amp; responder coordination</a:t>
            </a:r>
            <a:r>
              <a:rPr lang="en-US" b="true" sz="15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. </a:t>
            </a:r>
          </a:p>
          <a:p>
            <a:pPr algn="l">
              <a:lnSpc>
                <a:spcPts val="1582"/>
              </a:lnSpc>
              <a:spcBef>
                <a:spcPct val="0"/>
              </a:spcBef>
            </a:pPr>
            <a:r>
              <a:rPr lang="en-US" sz="131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Link - </a:t>
            </a:r>
            <a:r>
              <a:rPr lang="en-US" sz="1318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6" tooltip="https://www.sciencedirect.com/science/article/abs/pii/S0268401219311296"/>
              </a:rPr>
              <a:t>https://www.sciencedirect.com/science/article/abs/pii/S0268401219311296</a:t>
            </a:r>
            <a:r>
              <a:rPr lang="en-US" b="true" sz="131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1859"/>
              </a:lnSpc>
              <a:spcBef>
                <a:spcPct val="0"/>
              </a:spcBef>
            </a:pPr>
            <a:r>
              <a:rPr lang="en-US" b="true" sz="15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Pocket RAG:</a:t>
            </a:r>
            <a:r>
              <a:rPr lang="en-US" sz="154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Offline AI for emergency guidance. </a:t>
            </a:r>
          </a:p>
          <a:p>
            <a:pPr algn="l">
              <a:lnSpc>
                <a:spcPts val="1721"/>
              </a:lnSpc>
              <a:spcBef>
                <a:spcPct val="0"/>
              </a:spcBef>
            </a:pPr>
            <a:r>
              <a:rPr lang="en-US" sz="14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Link - </a:t>
            </a:r>
            <a:r>
              <a:rPr lang="en-US" sz="143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7" tooltip="https://arxiv.org/abs/2602.13229"/>
              </a:rPr>
              <a:t>https://arxiv.org/abs/2602.13229</a:t>
            </a:r>
          </a:p>
          <a:p>
            <a:pPr algn="l">
              <a:lnSpc>
                <a:spcPts val="1721"/>
              </a:lnSpc>
              <a:spcBef>
                <a:spcPct val="0"/>
              </a:spcBef>
            </a:pPr>
          </a:p>
        </p:txBody>
      </p:sp>
      <p:sp>
        <p:nvSpPr>
          <p:cNvPr name="TextBox 86" id="86"/>
          <p:cNvSpPr txBox="true"/>
          <p:nvPr/>
        </p:nvSpPr>
        <p:spPr>
          <a:xfrm rot="0">
            <a:off x="4881521" y="5818068"/>
            <a:ext cx="4262479" cy="32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b="true" sz="19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112 ERSS: </a:t>
            </a:r>
            <a:r>
              <a:rPr lang="en-US" sz="19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Emergency reporting and response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b="true" sz="19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SACHET: </a:t>
            </a:r>
            <a:r>
              <a:rPr lang="en-US" sz="19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Geo-targeted disaster alerts &amp; safety information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b="true" sz="19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IDRN:</a:t>
            </a:r>
            <a:r>
              <a:rPr lang="en-US" sz="19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Disaster-resource inventory and availability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b="true" sz="19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System: </a:t>
            </a:r>
            <a:r>
              <a:rPr lang="en-US" sz="19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Offline-first access, GPS SOS, offline AI guidance &amp; incident</a:t>
            </a:r>
            <a:r>
              <a:rPr lang="en-US" b="true" sz="196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9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queuing, with online synchronization for coordinated response.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211879" y="4921136"/>
            <a:ext cx="6394209" cy="76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b="true" sz="255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Existing Government </a:t>
            </a:r>
          </a:p>
          <a:p>
            <a:pPr algn="ctr">
              <a:lnSpc>
                <a:spcPts val="3071"/>
              </a:lnSpc>
              <a:spcBef>
                <a:spcPct val="0"/>
              </a:spcBef>
            </a:pPr>
            <a:r>
              <a:rPr lang="en-US" b="true" sz="255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Platforms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23695" y="2415422"/>
            <a:ext cx="2662170" cy="99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6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8" tooltip="https://github.com/arpith20/Disaster-Management-Using-Crowdsourcing"/>
              </a:rPr>
              <a:t>https://github.com/arpith20/Disaster-Management-Using-Crowdsourcing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522649" y="2349817"/>
            <a:ext cx="3979356" cy="38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19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9" tooltip="https://github.com/RescueRing"/>
              </a:rPr>
              <a:t>https://github.com/RescueRing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005097" y="2371145"/>
            <a:ext cx="3212972" cy="74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20" tooltip="https://www.mdpi.com/1424-8220/23/3/1699"/>
              </a:rPr>
              <a:t>https://www.mdpi.com/1424-8220/23/3/1699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DAHSw9NfvN0</dc:identifier>
  <dcterms:modified xsi:type="dcterms:W3CDTF">2011-08-01T06:04:30Z</dcterms:modified>
  <cp:revision>1</cp:revision>
  <dc:title>SIH2026-IDEA-Presentation-Format.pptx</dc:title>
</cp:coreProperties>
</file>